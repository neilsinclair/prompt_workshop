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703" r:id="rId4"/>
  </p:sldMasterIdLst>
  <p:notesMasterIdLst>
    <p:notesMasterId r:id="rId34"/>
  </p:notesMasterIdLst>
  <p:handoutMasterIdLst>
    <p:handoutMasterId r:id="rId35"/>
  </p:handoutMasterIdLst>
  <p:sldIdLst>
    <p:sldId id="256" r:id="rId5"/>
    <p:sldId id="270" r:id="rId6"/>
    <p:sldId id="271" r:id="rId7"/>
    <p:sldId id="273" r:id="rId8"/>
    <p:sldId id="304" r:id="rId9"/>
    <p:sldId id="305" r:id="rId10"/>
    <p:sldId id="308" r:id="rId11"/>
    <p:sldId id="309" r:id="rId12"/>
    <p:sldId id="288" r:id="rId13"/>
    <p:sldId id="303" r:id="rId14"/>
    <p:sldId id="274" r:id="rId15"/>
    <p:sldId id="299" r:id="rId16"/>
    <p:sldId id="277" r:id="rId17"/>
    <p:sldId id="278" r:id="rId18"/>
    <p:sldId id="279" r:id="rId19"/>
    <p:sldId id="280" r:id="rId20"/>
    <p:sldId id="281" r:id="rId21"/>
    <p:sldId id="282" r:id="rId22"/>
    <p:sldId id="310" r:id="rId23"/>
    <p:sldId id="283" r:id="rId24"/>
    <p:sldId id="284" r:id="rId25"/>
    <p:sldId id="285" r:id="rId26"/>
    <p:sldId id="289" r:id="rId27"/>
    <p:sldId id="290" r:id="rId28"/>
    <p:sldId id="298" r:id="rId29"/>
    <p:sldId id="292" r:id="rId30"/>
    <p:sldId id="307" r:id="rId31"/>
    <p:sldId id="306" r:id="rId32"/>
    <p:sldId id="267" r:id="rId33"/>
  </p:sldIdLst>
  <p:sldSz cx="12192000" cy="6858000"/>
  <p:notesSz cx="6858000" cy="9144000"/>
  <p:embeddedFontLst>
    <p:embeddedFont>
      <p:font typeface="Campton Book" pitchFamily="2" charset="77"/>
      <p:regular r:id="rId36"/>
      <p:bold r:id="rId37"/>
    </p:embeddedFont>
    <p:embeddedFont>
      <p:font typeface="Campton Light" pitchFamily="2" charset="77"/>
      <p:regular r:id="rId38"/>
      <p:italic r:id="rId39"/>
    </p:embeddedFont>
    <p:embeddedFont>
      <p:font typeface="Inter" panose="020B0604020202020204" pitchFamily="34" charset="0"/>
      <p:regular r:id="rId40"/>
      <p:bold r:id="rId41"/>
      <p:italic r:id="rId42"/>
      <p:boldItalic r:id="rId43"/>
    </p:embeddedFont>
  </p:embeddedFontLst>
  <p:custDataLst>
    <p:tags r:id="rId44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EB882476-13DF-43FC-A5D7-F06BF3A3CA73}">
          <p14:sldIdLst>
            <p14:sldId id="256"/>
            <p14:sldId id="270"/>
            <p14:sldId id="271"/>
            <p14:sldId id="273"/>
            <p14:sldId id="304"/>
            <p14:sldId id="305"/>
            <p14:sldId id="308"/>
            <p14:sldId id="309"/>
            <p14:sldId id="288"/>
            <p14:sldId id="303"/>
            <p14:sldId id="274"/>
            <p14:sldId id="299"/>
            <p14:sldId id="277"/>
            <p14:sldId id="278"/>
            <p14:sldId id="279"/>
            <p14:sldId id="280"/>
            <p14:sldId id="281"/>
            <p14:sldId id="282"/>
            <p14:sldId id="310"/>
            <p14:sldId id="283"/>
            <p14:sldId id="284"/>
            <p14:sldId id="285"/>
            <p14:sldId id="289"/>
            <p14:sldId id="290"/>
            <p14:sldId id="298"/>
            <p14:sldId id="292"/>
            <p14:sldId id="307"/>
            <p14:sldId id="306"/>
          </p14:sldIdLst>
        </p14:section>
        <p14:section name="Content" id="{FDBC23EF-1EE0-4ADA-8030-948DAB6A80EC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4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4A4AA9-D407-0743-9834-376FA6DE989B}" v="7" dt="2025-03-04T18:22:17.5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18" autoAdjust="0"/>
    <p:restoredTop sz="87607" autoAdjust="0"/>
  </p:normalViewPr>
  <p:slideViewPr>
    <p:cSldViewPr snapToGrid="0" showGuides="1">
      <p:cViewPr varScale="1">
        <p:scale>
          <a:sx n="105" d="100"/>
          <a:sy n="105" d="100"/>
        </p:scale>
        <p:origin x="1272" y="192"/>
      </p:cViewPr>
      <p:guideLst>
        <p:guide pos="3840"/>
        <p:guide orient="horz" pos="2478"/>
      </p:guideLst>
    </p:cSldViewPr>
  </p:slideViewPr>
  <p:outlineViewPr>
    <p:cViewPr>
      <p:scale>
        <a:sx n="33" d="100"/>
        <a:sy n="33" d="100"/>
      </p:scale>
      <p:origin x="0" y="-34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7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49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43" Type="http://schemas.openxmlformats.org/officeDocument/2006/relationships/font" Target="fonts/font8.fntdata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font" Target="fonts/font6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il Sinclair" userId="eed6fa08-5685-4c32-b349-4e9ee1874eeb" providerId="ADAL" clId="{4E915517-C499-7745-B3C5-10988006A363}"/>
    <pc:docChg chg="undo redo custSel modSld">
      <pc:chgData name="Neil Sinclair" userId="eed6fa08-5685-4c32-b349-4e9ee1874eeb" providerId="ADAL" clId="{4E915517-C499-7745-B3C5-10988006A363}" dt="2025-01-21T14:25:40.572" v="441" actId="20577"/>
      <pc:docMkLst>
        <pc:docMk/>
      </pc:docMkLst>
      <pc:sldChg chg="modSp mod">
        <pc:chgData name="Neil Sinclair" userId="eed6fa08-5685-4c32-b349-4e9ee1874eeb" providerId="ADAL" clId="{4E915517-C499-7745-B3C5-10988006A363}" dt="2025-01-21T14:25:40.572" v="441" actId="20577"/>
        <pc:sldMkLst>
          <pc:docMk/>
          <pc:sldMk cId="529754885" sldId="271"/>
        </pc:sldMkLst>
        <pc:spChg chg="mod">
          <ac:chgData name="Neil Sinclair" userId="eed6fa08-5685-4c32-b349-4e9ee1874eeb" providerId="ADAL" clId="{4E915517-C499-7745-B3C5-10988006A363}" dt="2025-01-21T14:25:40.572" v="441" actId="20577"/>
          <ac:spMkLst>
            <pc:docMk/>
            <pc:sldMk cId="529754885" sldId="271"/>
            <ac:spMk id="3" creationId="{28232736-FB4B-10C4-90DC-5C7F2B66637A}"/>
          </ac:spMkLst>
        </pc:spChg>
      </pc:sldChg>
      <pc:sldChg chg="modSp mod">
        <pc:chgData name="Neil Sinclair" userId="eed6fa08-5685-4c32-b349-4e9ee1874eeb" providerId="ADAL" clId="{4E915517-C499-7745-B3C5-10988006A363}" dt="2025-01-21T05:58:04.626" v="382" actId="20577"/>
        <pc:sldMkLst>
          <pc:docMk/>
          <pc:sldMk cId="3038400967" sldId="273"/>
        </pc:sldMkLst>
        <pc:spChg chg="mod">
          <ac:chgData name="Neil Sinclair" userId="eed6fa08-5685-4c32-b349-4e9ee1874eeb" providerId="ADAL" clId="{4E915517-C499-7745-B3C5-10988006A363}" dt="2025-01-21T05:58:04.626" v="382" actId="20577"/>
          <ac:spMkLst>
            <pc:docMk/>
            <pc:sldMk cId="3038400967" sldId="273"/>
            <ac:spMk id="3" creationId="{0118E2CA-9405-DEE7-37EB-60593EE851FB}"/>
          </ac:spMkLst>
        </pc:spChg>
      </pc:sldChg>
      <pc:sldChg chg="addSp delSp modSp mod">
        <pc:chgData name="Neil Sinclair" userId="eed6fa08-5685-4c32-b349-4e9ee1874eeb" providerId="ADAL" clId="{4E915517-C499-7745-B3C5-10988006A363}" dt="2025-01-20T20:25:16.890" v="293" actId="1076"/>
        <pc:sldMkLst>
          <pc:docMk/>
          <pc:sldMk cId="2100748698" sldId="274"/>
        </pc:sldMkLst>
        <pc:spChg chg="mod">
          <ac:chgData name="Neil Sinclair" userId="eed6fa08-5685-4c32-b349-4e9ee1874eeb" providerId="ADAL" clId="{4E915517-C499-7745-B3C5-10988006A363}" dt="2025-01-20T20:25:16.890" v="293" actId="1076"/>
          <ac:spMkLst>
            <pc:docMk/>
            <pc:sldMk cId="2100748698" sldId="274"/>
            <ac:spMk id="12" creationId="{69AA23A3-7106-320B-E1D8-D6BE3847CFD1}"/>
          </ac:spMkLst>
        </pc:spChg>
        <pc:spChg chg="mod">
          <ac:chgData name="Neil Sinclair" userId="eed6fa08-5685-4c32-b349-4e9ee1874eeb" providerId="ADAL" clId="{4E915517-C499-7745-B3C5-10988006A363}" dt="2025-01-20T20:25:10.719" v="291" actId="1076"/>
          <ac:spMkLst>
            <pc:docMk/>
            <pc:sldMk cId="2100748698" sldId="274"/>
            <ac:spMk id="13" creationId="{8103B52D-FA4F-F694-D275-9223253F3B49}"/>
          </ac:spMkLst>
        </pc:spChg>
        <pc:spChg chg="mod">
          <ac:chgData name="Neil Sinclair" userId="eed6fa08-5685-4c32-b349-4e9ee1874eeb" providerId="ADAL" clId="{4E915517-C499-7745-B3C5-10988006A363}" dt="2025-01-20T20:25:05.090" v="289" actId="14100"/>
          <ac:spMkLst>
            <pc:docMk/>
            <pc:sldMk cId="2100748698" sldId="274"/>
            <ac:spMk id="31" creationId="{34B0FABB-900C-DA26-FDC9-B80A93DE2295}"/>
          </ac:spMkLst>
        </pc:spChg>
        <pc:spChg chg="mod">
          <ac:chgData name="Neil Sinclair" userId="eed6fa08-5685-4c32-b349-4e9ee1874eeb" providerId="ADAL" clId="{4E915517-C499-7745-B3C5-10988006A363}" dt="2025-01-20T20:24:52.179" v="285" actId="1076"/>
          <ac:spMkLst>
            <pc:docMk/>
            <pc:sldMk cId="2100748698" sldId="274"/>
            <ac:spMk id="32" creationId="{029D7DE2-1E14-D677-B0F3-5ECD46362D43}"/>
          </ac:spMkLst>
        </pc:spChg>
        <pc:picChg chg="add mod">
          <ac:chgData name="Neil Sinclair" userId="eed6fa08-5685-4c32-b349-4e9ee1874eeb" providerId="ADAL" clId="{4E915517-C499-7745-B3C5-10988006A363}" dt="2025-01-20T20:24:44.116" v="283" actId="167"/>
          <ac:picMkLst>
            <pc:docMk/>
            <pc:sldMk cId="2100748698" sldId="274"/>
            <ac:picMk id="5" creationId="{A0222DD3-F1BC-629B-C44F-6BE2293D3C7B}"/>
          </ac:picMkLst>
        </pc:picChg>
        <pc:cxnChg chg="mod">
          <ac:chgData name="Neil Sinclair" userId="eed6fa08-5685-4c32-b349-4e9ee1874eeb" providerId="ADAL" clId="{4E915517-C499-7745-B3C5-10988006A363}" dt="2025-01-20T20:25:14.540" v="292" actId="14100"/>
          <ac:cxnSpMkLst>
            <pc:docMk/>
            <pc:sldMk cId="2100748698" sldId="274"/>
            <ac:cxnSpMk id="14" creationId="{0CF31FD4-F13B-94F9-CC02-C1B9D5F3D24E}"/>
          </ac:cxnSpMkLst>
        </pc:cxnChg>
        <pc:cxnChg chg="mod">
          <ac:chgData name="Neil Sinclair" userId="eed6fa08-5685-4c32-b349-4e9ee1874eeb" providerId="ADAL" clId="{4E915517-C499-7745-B3C5-10988006A363}" dt="2025-01-20T20:25:16.890" v="293" actId="1076"/>
          <ac:cxnSpMkLst>
            <pc:docMk/>
            <pc:sldMk cId="2100748698" sldId="274"/>
            <ac:cxnSpMk id="15" creationId="{04556DD0-4A91-31D9-D05C-DBCB15B12BFC}"/>
          </ac:cxnSpMkLst>
        </pc:cxnChg>
      </pc:sldChg>
      <pc:sldChg chg="modSp mod">
        <pc:chgData name="Neil Sinclair" userId="eed6fa08-5685-4c32-b349-4e9ee1874eeb" providerId="ADAL" clId="{4E915517-C499-7745-B3C5-10988006A363}" dt="2025-01-20T13:15:00.985" v="109" actId="20577"/>
        <pc:sldMkLst>
          <pc:docMk/>
          <pc:sldMk cId="1163907618" sldId="278"/>
        </pc:sldMkLst>
        <pc:spChg chg="mod">
          <ac:chgData name="Neil Sinclair" userId="eed6fa08-5685-4c32-b349-4e9ee1874eeb" providerId="ADAL" clId="{4E915517-C499-7745-B3C5-10988006A363}" dt="2025-01-20T13:15:00.985" v="109" actId="20577"/>
          <ac:spMkLst>
            <pc:docMk/>
            <pc:sldMk cId="1163907618" sldId="278"/>
            <ac:spMk id="7" creationId="{683EF612-F0FD-6455-3227-B13DE1C78A05}"/>
          </ac:spMkLst>
        </pc:spChg>
      </pc:sldChg>
      <pc:sldChg chg="modSp mod">
        <pc:chgData name="Neil Sinclair" userId="eed6fa08-5685-4c32-b349-4e9ee1874eeb" providerId="ADAL" clId="{4E915517-C499-7745-B3C5-10988006A363}" dt="2025-01-21T13:40:52.281" v="387" actId="207"/>
        <pc:sldMkLst>
          <pc:docMk/>
          <pc:sldMk cId="3147684303" sldId="281"/>
        </pc:sldMkLst>
        <pc:spChg chg="mod">
          <ac:chgData name="Neil Sinclair" userId="eed6fa08-5685-4c32-b349-4e9ee1874eeb" providerId="ADAL" clId="{4E915517-C499-7745-B3C5-10988006A363}" dt="2025-01-21T13:40:52.281" v="387" actId="207"/>
          <ac:spMkLst>
            <pc:docMk/>
            <pc:sldMk cId="3147684303" sldId="281"/>
            <ac:spMk id="7" creationId="{B78236E7-D4B8-DBE0-DC90-73B6DB738BAA}"/>
          </ac:spMkLst>
        </pc:spChg>
      </pc:sldChg>
      <pc:sldChg chg="modSp mod">
        <pc:chgData name="Neil Sinclair" userId="eed6fa08-5685-4c32-b349-4e9ee1874eeb" providerId="ADAL" clId="{4E915517-C499-7745-B3C5-10988006A363}" dt="2025-01-20T13:15:40.092" v="180" actId="20577"/>
        <pc:sldMkLst>
          <pc:docMk/>
          <pc:sldMk cId="1830202953" sldId="282"/>
        </pc:sldMkLst>
        <pc:spChg chg="mod">
          <ac:chgData name="Neil Sinclair" userId="eed6fa08-5685-4c32-b349-4e9ee1874eeb" providerId="ADAL" clId="{4E915517-C499-7745-B3C5-10988006A363}" dt="2025-01-20T13:15:40.092" v="180" actId="20577"/>
          <ac:spMkLst>
            <pc:docMk/>
            <pc:sldMk cId="1830202953" sldId="282"/>
            <ac:spMk id="7" creationId="{A8E28489-C813-C509-268C-30CAE745EC21}"/>
          </ac:spMkLst>
        </pc:spChg>
      </pc:sldChg>
      <pc:sldChg chg="modSp mod">
        <pc:chgData name="Neil Sinclair" userId="eed6fa08-5685-4c32-b349-4e9ee1874eeb" providerId="ADAL" clId="{4E915517-C499-7745-B3C5-10988006A363}" dt="2025-01-20T13:15:59.587" v="189" actId="20577"/>
        <pc:sldMkLst>
          <pc:docMk/>
          <pc:sldMk cId="1778237405" sldId="283"/>
        </pc:sldMkLst>
        <pc:spChg chg="mod">
          <ac:chgData name="Neil Sinclair" userId="eed6fa08-5685-4c32-b349-4e9ee1874eeb" providerId="ADAL" clId="{4E915517-C499-7745-B3C5-10988006A363}" dt="2025-01-20T13:15:59.587" v="189" actId="20577"/>
          <ac:spMkLst>
            <pc:docMk/>
            <pc:sldMk cId="1778237405" sldId="283"/>
            <ac:spMk id="3" creationId="{E756AFD2-8EDD-8AC4-E8C3-2327A6469A2A}"/>
          </ac:spMkLst>
        </pc:spChg>
      </pc:sldChg>
      <pc:sldChg chg="modSp mod">
        <pc:chgData name="Neil Sinclair" userId="eed6fa08-5685-4c32-b349-4e9ee1874eeb" providerId="ADAL" clId="{4E915517-C499-7745-B3C5-10988006A363}" dt="2025-01-20T13:16:20.439" v="216" actId="20577"/>
        <pc:sldMkLst>
          <pc:docMk/>
          <pc:sldMk cId="3561334210" sldId="285"/>
        </pc:sldMkLst>
        <pc:spChg chg="mod">
          <ac:chgData name="Neil Sinclair" userId="eed6fa08-5685-4c32-b349-4e9ee1874eeb" providerId="ADAL" clId="{4E915517-C499-7745-B3C5-10988006A363}" dt="2025-01-20T13:16:20.439" v="216" actId="20577"/>
          <ac:spMkLst>
            <pc:docMk/>
            <pc:sldMk cId="3561334210" sldId="285"/>
            <ac:spMk id="7" creationId="{5C30E0D9-FA40-0572-3508-206719B97C08}"/>
          </ac:spMkLst>
        </pc:spChg>
      </pc:sldChg>
      <pc:sldChg chg="modSp mod">
        <pc:chgData name="Neil Sinclair" userId="eed6fa08-5685-4c32-b349-4e9ee1874eeb" providerId="ADAL" clId="{4E915517-C499-7745-B3C5-10988006A363}" dt="2025-01-21T13:52:45.880" v="436" actId="20577"/>
        <pc:sldMkLst>
          <pc:docMk/>
          <pc:sldMk cId="3277632105" sldId="290"/>
        </pc:sldMkLst>
        <pc:spChg chg="mod">
          <ac:chgData name="Neil Sinclair" userId="eed6fa08-5685-4c32-b349-4e9ee1874eeb" providerId="ADAL" clId="{4E915517-C499-7745-B3C5-10988006A363}" dt="2025-01-20T16:52:57.480" v="277" actId="20577"/>
          <ac:spMkLst>
            <pc:docMk/>
            <pc:sldMk cId="3277632105" sldId="290"/>
            <ac:spMk id="3" creationId="{450FD178-F59A-EBD1-567D-BEB18DD7F95D}"/>
          </ac:spMkLst>
        </pc:spChg>
        <pc:spChg chg="mod">
          <ac:chgData name="Neil Sinclair" userId="eed6fa08-5685-4c32-b349-4e9ee1874eeb" providerId="ADAL" clId="{4E915517-C499-7745-B3C5-10988006A363}" dt="2025-01-21T13:52:45.880" v="436" actId="20577"/>
          <ac:spMkLst>
            <pc:docMk/>
            <pc:sldMk cId="3277632105" sldId="290"/>
            <ac:spMk id="7" creationId="{70E4F0C8-D8DF-6E58-F610-917F59061AA1}"/>
          </ac:spMkLst>
        </pc:spChg>
      </pc:sldChg>
      <pc:sldChg chg="modSp mod">
        <pc:chgData name="Neil Sinclair" userId="eed6fa08-5685-4c32-b349-4e9ee1874eeb" providerId="ADAL" clId="{4E915517-C499-7745-B3C5-10988006A363}" dt="2025-01-20T13:39:28.950" v="266" actId="403"/>
        <pc:sldMkLst>
          <pc:docMk/>
          <pc:sldMk cId="303311859" sldId="294"/>
        </pc:sldMkLst>
      </pc:sldChg>
      <pc:sldChg chg="modSp mod">
        <pc:chgData name="Neil Sinclair" userId="eed6fa08-5685-4c32-b349-4e9ee1874eeb" providerId="ADAL" clId="{4E915517-C499-7745-B3C5-10988006A363}" dt="2025-01-20T13:40:28.689" v="270"/>
        <pc:sldMkLst>
          <pc:docMk/>
          <pc:sldMk cId="1320885731" sldId="297"/>
        </pc:sldMkLst>
      </pc:sldChg>
      <pc:sldChg chg="delSp modSp mod">
        <pc:chgData name="Neil Sinclair" userId="eed6fa08-5685-4c32-b349-4e9ee1874eeb" providerId="ADAL" clId="{4E915517-C499-7745-B3C5-10988006A363}" dt="2025-01-21T05:55:25.192" v="296" actId="478"/>
        <pc:sldMkLst>
          <pc:docMk/>
          <pc:sldMk cId="2338033380" sldId="299"/>
        </pc:sldMkLst>
      </pc:sldChg>
      <pc:sldChg chg="modSp mod">
        <pc:chgData name="Neil Sinclair" userId="eed6fa08-5685-4c32-b349-4e9ee1874eeb" providerId="ADAL" clId="{4E915517-C499-7745-B3C5-10988006A363}" dt="2025-01-20T13:40:31.120" v="271"/>
        <pc:sldMkLst>
          <pc:docMk/>
          <pc:sldMk cId="1888347334" sldId="300"/>
        </pc:sldMkLst>
      </pc:sldChg>
      <pc:sldChg chg="modSp mod">
        <pc:chgData name="Neil Sinclair" userId="eed6fa08-5685-4c32-b349-4e9ee1874eeb" providerId="ADAL" clId="{4E915517-C499-7745-B3C5-10988006A363}" dt="2025-01-20T13:40:42.841" v="273"/>
        <pc:sldMkLst>
          <pc:docMk/>
          <pc:sldMk cId="4262072490" sldId="301"/>
        </pc:sldMkLst>
      </pc:sldChg>
      <pc:sldChg chg="modSp mod">
        <pc:chgData name="Neil Sinclair" userId="eed6fa08-5685-4c32-b349-4e9ee1874eeb" providerId="ADAL" clId="{4E915517-C499-7745-B3C5-10988006A363}" dt="2025-01-20T13:40:21.512" v="269" actId="108"/>
        <pc:sldMkLst>
          <pc:docMk/>
          <pc:sldMk cId="1351546095" sldId="302"/>
        </pc:sldMkLst>
      </pc:sldChg>
      <pc:sldChg chg="modSp mod">
        <pc:chgData name="Neil Sinclair" userId="eed6fa08-5685-4c32-b349-4e9ee1874eeb" providerId="ADAL" clId="{4E915517-C499-7745-B3C5-10988006A363}" dt="2025-01-21T05:58:09.856" v="383"/>
        <pc:sldMkLst>
          <pc:docMk/>
          <pc:sldMk cId="82530567" sldId="304"/>
        </pc:sldMkLst>
        <pc:spChg chg="mod">
          <ac:chgData name="Neil Sinclair" userId="eed6fa08-5685-4c32-b349-4e9ee1874eeb" providerId="ADAL" clId="{4E915517-C499-7745-B3C5-10988006A363}" dt="2025-01-21T05:58:09.856" v="383"/>
          <ac:spMkLst>
            <pc:docMk/>
            <pc:sldMk cId="82530567" sldId="304"/>
            <ac:spMk id="3" creationId="{26EEB5B7-261D-7A7D-021F-B01838F204DF}"/>
          </ac:spMkLst>
        </pc:spChg>
        <pc:spChg chg="mod">
          <ac:chgData name="Neil Sinclair" userId="eed6fa08-5685-4c32-b349-4e9ee1874eeb" providerId="ADAL" clId="{4E915517-C499-7745-B3C5-10988006A363}" dt="2025-01-20T11:39:01.501" v="92" actId="20577"/>
          <ac:spMkLst>
            <pc:docMk/>
            <pc:sldMk cId="82530567" sldId="304"/>
            <ac:spMk id="6" creationId="{06B5A7DA-9D34-7DF3-AB84-E7F8114AD492}"/>
          </ac:spMkLst>
        </pc:spChg>
      </pc:sldChg>
      <pc:sldChg chg="modSp mod">
        <pc:chgData name="Neil Sinclair" userId="eed6fa08-5685-4c32-b349-4e9ee1874eeb" providerId="ADAL" clId="{4E915517-C499-7745-B3C5-10988006A363}" dt="2025-01-21T09:59:49.111" v="384"/>
        <pc:sldMkLst>
          <pc:docMk/>
          <pc:sldMk cId="4041483951" sldId="305"/>
        </pc:sldMkLst>
        <pc:spChg chg="mod">
          <ac:chgData name="Neil Sinclair" userId="eed6fa08-5685-4c32-b349-4e9ee1874eeb" providerId="ADAL" clId="{4E915517-C499-7745-B3C5-10988006A363}" dt="2025-01-21T09:59:49.111" v="384"/>
          <ac:spMkLst>
            <pc:docMk/>
            <pc:sldMk cId="4041483951" sldId="305"/>
            <ac:spMk id="3" creationId="{063F72AA-301C-8386-0C65-655BC10B9E27}"/>
          </ac:spMkLst>
        </pc:spChg>
        <pc:spChg chg="mod">
          <ac:chgData name="Neil Sinclair" userId="eed6fa08-5685-4c32-b349-4e9ee1874eeb" providerId="ADAL" clId="{4E915517-C499-7745-B3C5-10988006A363}" dt="2025-01-20T11:32:06.793" v="17" actId="20577"/>
          <ac:spMkLst>
            <pc:docMk/>
            <pc:sldMk cId="4041483951" sldId="305"/>
            <ac:spMk id="6" creationId="{04DEECD4-5225-A978-8CEB-0D71DD8C3B2E}"/>
          </ac:spMkLst>
        </pc:spChg>
      </pc:sldChg>
      <pc:sldChg chg="modSp mod">
        <pc:chgData name="Neil Sinclair" userId="eed6fa08-5685-4c32-b349-4e9ee1874eeb" providerId="ADAL" clId="{4E915517-C499-7745-B3C5-10988006A363}" dt="2025-01-20T13:27:56.885" v="261" actId="207"/>
        <pc:sldMkLst>
          <pc:docMk/>
          <pc:sldMk cId="839663603" sldId="306"/>
        </pc:sldMkLst>
        <pc:spChg chg="mod">
          <ac:chgData name="Neil Sinclair" userId="eed6fa08-5685-4c32-b349-4e9ee1874eeb" providerId="ADAL" clId="{4E915517-C499-7745-B3C5-10988006A363}" dt="2025-01-20T13:27:56.885" v="261" actId="207"/>
          <ac:spMkLst>
            <pc:docMk/>
            <pc:sldMk cId="839663603" sldId="306"/>
            <ac:spMk id="7" creationId="{C7507F2A-3E7F-3A92-D0BB-DBB8670CD773}"/>
          </ac:spMkLst>
        </pc:spChg>
      </pc:sldChg>
      <pc:sldChg chg="modSp mod">
        <pc:chgData name="Neil Sinclair" userId="eed6fa08-5685-4c32-b349-4e9ee1874eeb" providerId="ADAL" clId="{4E915517-C499-7745-B3C5-10988006A363}" dt="2025-01-21T09:59:52.228" v="385"/>
        <pc:sldMkLst>
          <pc:docMk/>
          <pc:sldMk cId="394078337" sldId="308"/>
        </pc:sldMkLst>
        <pc:spChg chg="mod">
          <ac:chgData name="Neil Sinclair" userId="eed6fa08-5685-4c32-b349-4e9ee1874eeb" providerId="ADAL" clId="{4E915517-C499-7745-B3C5-10988006A363}" dt="2025-01-21T09:59:52.228" v="385"/>
          <ac:spMkLst>
            <pc:docMk/>
            <pc:sldMk cId="394078337" sldId="308"/>
            <ac:spMk id="3" creationId="{F8C73821-6792-4A33-E3E2-812C0D82AF01}"/>
          </ac:spMkLst>
        </pc:spChg>
        <pc:spChg chg="mod">
          <ac:chgData name="Neil Sinclair" userId="eed6fa08-5685-4c32-b349-4e9ee1874eeb" providerId="ADAL" clId="{4E915517-C499-7745-B3C5-10988006A363}" dt="2025-01-20T11:32:02.657" v="11" actId="20577"/>
          <ac:spMkLst>
            <pc:docMk/>
            <pc:sldMk cId="394078337" sldId="308"/>
            <ac:spMk id="6" creationId="{D5646FFF-EB8C-C979-4B97-2FA354D9CF2D}"/>
          </ac:spMkLst>
        </pc:spChg>
      </pc:sldChg>
      <pc:sldChg chg="modSp mod">
        <pc:chgData name="Neil Sinclair" userId="eed6fa08-5685-4c32-b349-4e9ee1874eeb" providerId="ADAL" clId="{4E915517-C499-7745-B3C5-10988006A363}" dt="2025-01-21T09:59:56.090" v="386"/>
        <pc:sldMkLst>
          <pc:docMk/>
          <pc:sldMk cId="2318111256" sldId="309"/>
        </pc:sldMkLst>
        <pc:spChg chg="mod">
          <ac:chgData name="Neil Sinclair" userId="eed6fa08-5685-4c32-b349-4e9ee1874eeb" providerId="ADAL" clId="{4E915517-C499-7745-B3C5-10988006A363}" dt="2025-01-21T09:59:56.090" v="386"/>
          <ac:spMkLst>
            <pc:docMk/>
            <pc:sldMk cId="2318111256" sldId="309"/>
            <ac:spMk id="3" creationId="{37BEB792-2B7E-F4B0-121B-8D93175588D9}"/>
          </ac:spMkLst>
        </pc:spChg>
        <pc:spChg chg="mod">
          <ac:chgData name="Neil Sinclair" userId="eed6fa08-5685-4c32-b349-4e9ee1874eeb" providerId="ADAL" clId="{4E915517-C499-7745-B3C5-10988006A363}" dt="2025-01-20T11:39:34.210" v="105"/>
          <ac:spMkLst>
            <pc:docMk/>
            <pc:sldMk cId="2318111256" sldId="309"/>
            <ac:spMk id="6" creationId="{FB5DBA83-8D7C-69DD-8EBB-90199B6CA9DD}"/>
          </ac:spMkLst>
        </pc:spChg>
      </pc:sldChg>
    </pc:docChg>
  </pc:docChgLst>
  <pc:docChgLst>
    <pc:chgData name="Neil Sinclair" userId="eed6fa08-5685-4c32-b349-4e9ee1874eeb" providerId="ADAL" clId="{F24A4AA9-D407-0743-9834-376FA6DE989B}"/>
    <pc:docChg chg="undo custSel addSld delSld modSld sldOrd modSection">
      <pc:chgData name="Neil Sinclair" userId="eed6fa08-5685-4c32-b349-4e9ee1874eeb" providerId="ADAL" clId="{F24A4AA9-D407-0743-9834-376FA6DE989B}" dt="2025-03-04T18:26:54.087" v="729" actId="108"/>
      <pc:docMkLst>
        <pc:docMk/>
      </pc:docMkLst>
      <pc:sldChg chg="modSp mod">
        <pc:chgData name="Neil Sinclair" userId="eed6fa08-5685-4c32-b349-4e9ee1874eeb" providerId="ADAL" clId="{F24A4AA9-D407-0743-9834-376FA6DE989B}" dt="2025-03-04T18:12:05.002" v="56" actId="20577"/>
        <pc:sldMkLst>
          <pc:docMk/>
          <pc:sldMk cId="264742083" sldId="256"/>
        </pc:sldMkLst>
        <pc:spChg chg="mod">
          <ac:chgData name="Neil Sinclair" userId="eed6fa08-5685-4c32-b349-4e9ee1874eeb" providerId="ADAL" clId="{F24A4AA9-D407-0743-9834-376FA6DE989B}" dt="2025-03-04T18:11:48.328" v="12" actId="20577"/>
          <ac:spMkLst>
            <pc:docMk/>
            <pc:sldMk cId="264742083" sldId="256"/>
            <ac:spMk id="2" creationId="{E8C337DC-B9AD-3B5B-2632-A7625436CEB0}"/>
          </ac:spMkLst>
        </pc:spChg>
        <pc:spChg chg="mod">
          <ac:chgData name="Neil Sinclair" userId="eed6fa08-5685-4c32-b349-4e9ee1874eeb" providerId="ADAL" clId="{F24A4AA9-D407-0743-9834-376FA6DE989B}" dt="2025-03-04T18:11:54.148" v="33" actId="20577"/>
          <ac:spMkLst>
            <pc:docMk/>
            <pc:sldMk cId="264742083" sldId="256"/>
            <ac:spMk id="17" creationId="{BF9DBCC4-5285-94AE-D7F0-C3AF7F320E68}"/>
          </ac:spMkLst>
        </pc:spChg>
        <pc:spChg chg="mod">
          <ac:chgData name="Neil Sinclair" userId="eed6fa08-5685-4c32-b349-4e9ee1874eeb" providerId="ADAL" clId="{F24A4AA9-D407-0743-9834-376FA6DE989B}" dt="2025-03-04T18:12:05.002" v="56" actId="20577"/>
          <ac:spMkLst>
            <pc:docMk/>
            <pc:sldMk cId="264742083" sldId="256"/>
            <ac:spMk id="18" creationId="{EA4CA960-7A16-9941-3B9A-25250E6015A4}"/>
          </ac:spMkLst>
        </pc:spChg>
      </pc:sldChg>
      <pc:sldChg chg="modSp mod">
        <pc:chgData name="Neil Sinclair" userId="eed6fa08-5685-4c32-b349-4e9ee1874eeb" providerId="ADAL" clId="{F24A4AA9-D407-0743-9834-376FA6DE989B}" dt="2025-03-04T18:12:15.302" v="59" actId="20577"/>
        <pc:sldMkLst>
          <pc:docMk/>
          <pc:sldMk cId="3716487804" sldId="270"/>
        </pc:sldMkLst>
        <pc:spChg chg="mod">
          <ac:chgData name="Neil Sinclair" userId="eed6fa08-5685-4c32-b349-4e9ee1874eeb" providerId="ADAL" clId="{F24A4AA9-D407-0743-9834-376FA6DE989B}" dt="2025-03-04T18:12:15.302" v="59" actId="20577"/>
          <ac:spMkLst>
            <pc:docMk/>
            <pc:sldMk cId="3716487804" sldId="270"/>
            <ac:spMk id="8" creationId="{84297617-84F3-4A96-774B-3B9596344609}"/>
          </ac:spMkLst>
        </pc:spChg>
      </pc:sldChg>
      <pc:sldChg chg="modSp mod">
        <pc:chgData name="Neil Sinclair" userId="eed6fa08-5685-4c32-b349-4e9ee1874eeb" providerId="ADAL" clId="{F24A4AA9-D407-0743-9834-376FA6DE989B}" dt="2025-03-04T18:14:53.967" v="358" actId="20577"/>
        <pc:sldMkLst>
          <pc:docMk/>
          <pc:sldMk cId="3038400967" sldId="273"/>
        </pc:sldMkLst>
        <pc:spChg chg="mod">
          <ac:chgData name="Neil Sinclair" userId="eed6fa08-5685-4c32-b349-4e9ee1874eeb" providerId="ADAL" clId="{F24A4AA9-D407-0743-9834-376FA6DE989B}" dt="2025-03-04T18:14:53.967" v="358" actId="20577"/>
          <ac:spMkLst>
            <pc:docMk/>
            <pc:sldMk cId="3038400967" sldId="273"/>
            <ac:spMk id="4" creationId="{BEA28562-86E6-6E2A-EA2A-92ECE6CF7BEB}"/>
          </ac:spMkLst>
        </pc:spChg>
      </pc:sldChg>
      <pc:sldChg chg="modSp mod">
        <pc:chgData name="Neil Sinclair" userId="eed6fa08-5685-4c32-b349-4e9ee1874eeb" providerId="ADAL" clId="{F24A4AA9-D407-0743-9834-376FA6DE989B}" dt="2025-03-04T18:16:43.398" v="377" actId="20577"/>
        <pc:sldMkLst>
          <pc:docMk/>
          <pc:sldMk cId="1190107572" sldId="279"/>
        </pc:sldMkLst>
        <pc:spChg chg="mod">
          <ac:chgData name="Neil Sinclair" userId="eed6fa08-5685-4c32-b349-4e9ee1874eeb" providerId="ADAL" clId="{F24A4AA9-D407-0743-9834-376FA6DE989B}" dt="2025-03-04T18:16:43.398" v="377" actId="20577"/>
          <ac:spMkLst>
            <pc:docMk/>
            <pc:sldMk cId="1190107572" sldId="279"/>
            <ac:spMk id="7" creationId="{D8B3492B-9E46-691D-9303-12344DD5431F}"/>
          </ac:spMkLst>
        </pc:spChg>
      </pc:sldChg>
      <pc:sldChg chg="del">
        <pc:chgData name="Neil Sinclair" userId="eed6fa08-5685-4c32-b349-4e9ee1874eeb" providerId="ADAL" clId="{F24A4AA9-D407-0743-9834-376FA6DE989B}" dt="2025-03-04T18:18:33.228" v="378" actId="2696"/>
        <pc:sldMkLst>
          <pc:docMk/>
          <pc:sldMk cId="713934699" sldId="291"/>
        </pc:sldMkLst>
      </pc:sldChg>
      <pc:sldChg chg="modSp mod">
        <pc:chgData name="Neil Sinclair" userId="eed6fa08-5685-4c32-b349-4e9ee1874eeb" providerId="ADAL" clId="{F24A4AA9-D407-0743-9834-376FA6DE989B}" dt="2025-03-04T18:25:40.101" v="607" actId="20577"/>
        <pc:sldMkLst>
          <pc:docMk/>
          <pc:sldMk cId="732812568" sldId="292"/>
        </pc:sldMkLst>
        <pc:spChg chg="mod">
          <ac:chgData name="Neil Sinclair" userId="eed6fa08-5685-4c32-b349-4e9ee1874eeb" providerId="ADAL" clId="{F24A4AA9-D407-0743-9834-376FA6DE989B}" dt="2025-03-04T18:25:40.101" v="607" actId="20577"/>
          <ac:spMkLst>
            <pc:docMk/>
            <pc:sldMk cId="732812568" sldId="292"/>
            <ac:spMk id="7" creationId="{B680C428-88E0-CB61-D6F6-1CCF101CC630}"/>
          </ac:spMkLst>
        </pc:spChg>
      </pc:sldChg>
      <pc:sldChg chg="del">
        <pc:chgData name="Neil Sinclair" userId="eed6fa08-5685-4c32-b349-4e9ee1874eeb" providerId="ADAL" clId="{F24A4AA9-D407-0743-9834-376FA6DE989B}" dt="2025-03-04T18:18:33.239" v="381" actId="2696"/>
        <pc:sldMkLst>
          <pc:docMk/>
          <pc:sldMk cId="303311859" sldId="294"/>
        </pc:sldMkLst>
      </pc:sldChg>
      <pc:sldChg chg="del">
        <pc:chgData name="Neil Sinclair" userId="eed6fa08-5685-4c32-b349-4e9ee1874eeb" providerId="ADAL" clId="{F24A4AA9-D407-0743-9834-376FA6DE989B}" dt="2025-03-04T18:18:33.230" v="379" actId="2696"/>
        <pc:sldMkLst>
          <pc:docMk/>
          <pc:sldMk cId="1320885731" sldId="297"/>
        </pc:sldMkLst>
      </pc:sldChg>
      <pc:sldChg chg="del">
        <pc:chgData name="Neil Sinclair" userId="eed6fa08-5685-4c32-b349-4e9ee1874eeb" providerId="ADAL" clId="{F24A4AA9-D407-0743-9834-376FA6DE989B}" dt="2025-03-04T18:18:33.246" v="383" actId="2696"/>
        <pc:sldMkLst>
          <pc:docMk/>
          <pc:sldMk cId="1888347334" sldId="300"/>
        </pc:sldMkLst>
      </pc:sldChg>
      <pc:sldChg chg="del">
        <pc:chgData name="Neil Sinclair" userId="eed6fa08-5685-4c32-b349-4e9ee1874eeb" providerId="ADAL" clId="{F24A4AA9-D407-0743-9834-376FA6DE989B}" dt="2025-03-04T18:18:33.241" v="382" actId="2696"/>
        <pc:sldMkLst>
          <pc:docMk/>
          <pc:sldMk cId="4262072490" sldId="301"/>
        </pc:sldMkLst>
      </pc:sldChg>
      <pc:sldChg chg="del">
        <pc:chgData name="Neil Sinclair" userId="eed6fa08-5685-4c32-b349-4e9ee1874eeb" providerId="ADAL" clId="{F24A4AA9-D407-0743-9834-376FA6DE989B}" dt="2025-03-04T18:18:33.232" v="380" actId="2696"/>
        <pc:sldMkLst>
          <pc:docMk/>
          <pc:sldMk cId="1351546095" sldId="302"/>
        </pc:sldMkLst>
      </pc:sldChg>
      <pc:sldChg chg="addSp delSp modSp mod">
        <pc:chgData name="Neil Sinclair" userId="eed6fa08-5685-4c32-b349-4e9ee1874eeb" providerId="ADAL" clId="{F24A4AA9-D407-0743-9834-376FA6DE989B}" dt="2025-03-04T18:15:22.892" v="361" actId="478"/>
        <pc:sldMkLst>
          <pc:docMk/>
          <pc:sldMk cId="82530567" sldId="304"/>
        </pc:sldMkLst>
        <pc:spChg chg="del">
          <ac:chgData name="Neil Sinclair" userId="eed6fa08-5685-4c32-b349-4e9ee1874eeb" providerId="ADAL" clId="{F24A4AA9-D407-0743-9834-376FA6DE989B}" dt="2025-03-04T18:15:20.660" v="359" actId="478"/>
          <ac:spMkLst>
            <pc:docMk/>
            <pc:sldMk cId="82530567" sldId="304"/>
            <ac:spMk id="4" creationId="{09461A66-F1FA-B0CA-4888-E7686C3BD3AC}"/>
          </ac:spMkLst>
        </pc:spChg>
        <pc:spChg chg="add del mod">
          <ac:chgData name="Neil Sinclair" userId="eed6fa08-5685-4c32-b349-4e9ee1874eeb" providerId="ADAL" clId="{F24A4AA9-D407-0743-9834-376FA6DE989B}" dt="2025-03-04T18:15:22.892" v="361" actId="478"/>
          <ac:spMkLst>
            <pc:docMk/>
            <pc:sldMk cId="82530567" sldId="304"/>
            <ac:spMk id="9" creationId="{A111BF2B-C4AE-0231-E217-BF018D86D0BC}"/>
          </ac:spMkLst>
        </pc:spChg>
        <pc:spChg chg="add mod">
          <ac:chgData name="Neil Sinclair" userId="eed6fa08-5685-4c32-b349-4e9ee1874eeb" providerId="ADAL" clId="{F24A4AA9-D407-0743-9834-376FA6DE989B}" dt="2025-03-04T18:15:20.951" v="360"/>
          <ac:spMkLst>
            <pc:docMk/>
            <pc:sldMk cId="82530567" sldId="304"/>
            <ac:spMk id="10" creationId="{916F0061-85EF-C966-8359-328B9ACA2D21}"/>
          </ac:spMkLst>
        </pc:spChg>
      </pc:sldChg>
      <pc:sldChg chg="addSp delSp modSp mod">
        <pc:chgData name="Neil Sinclair" userId="eed6fa08-5685-4c32-b349-4e9ee1874eeb" providerId="ADAL" clId="{F24A4AA9-D407-0743-9834-376FA6DE989B}" dt="2025-03-04T18:15:33.865" v="364" actId="478"/>
        <pc:sldMkLst>
          <pc:docMk/>
          <pc:sldMk cId="4041483951" sldId="305"/>
        </pc:sldMkLst>
        <pc:spChg chg="del">
          <ac:chgData name="Neil Sinclair" userId="eed6fa08-5685-4c32-b349-4e9ee1874eeb" providerId="ADAL" clId="{F24A4AA9-D407-0743-9834-376FA6DE989B}" dt="2025-03-04T18:15:31.682" v="362" actId="478"/>
          <ac:spMkLst>
            <pc:docMk/>
            <pc:sldMk cId="4041483951" sldId="305"/>
            <ac:spMk id="4" creationId="{D346CC0C-C9AE-031B-47E5-6EE79BD39AB2}"/>
          </ac:spMkLst>
        </pc:spChg>
        <pc:spChg chg="add del mod">
          <ac:chgData name="Neil Sinclair" userId="eed6fa08-5685-4c32-b349-4e9ee1874eeb" providerId="ADAL" clId="{F24A4AA9-D407-0743-9834-376FA6DE989B}" dt="2025-03-04T18:15:33.865" v="364" actId="478"/>
          <ac:spMkLst>
            <pc:docMk/>
            <pc:sldMk cId="4041483951" sldId="305"/>
            <ac:spMk id="12" creationId="{F86AB02B-1751-D08F-7267-EE1D4DE02E42}"/>
          </ac:spMkLst>
        </pc:spChg>
        <pc:spChg chg="add mod">
          <ac:chgData name="Neil Sinclair" userId="eed6fa08-5685-4c32-b349-4e9ee1874eeb" providerId="ADAL" clId="{F24A4AA9-D407-0743-9834-376FA6DE989B}" dt="2025-03-04T18:15:31.998" v="363"/>
          <ac:spMkLst>
            <pc:docMk/>
            <pc:sldMk cId="4041483951" sldId="305"/>
            <ac:spMk id="13" creationId="{731D1065-A630-047B-3A8A-36CFEA4652C2}"/>
          </ac:spMkLst>
        </pc:spChg>
      </pc:sldChg>
      <pc:sldChg chg="modSp mod">
        <pc:chgData name="Neil Sinclair" userId="eed6fa08-5685-4c32-b349-4e9ee1874eeb" providerId="ADAL" clId="{F24A4AA9-D407-0743-9834-376FA6DE989B}" dt="2025-03-04T18:26:54.087" v="729" actId="108"/>
        <pc:sldMkLst>
          <pc:docMk/>
          <pc:sldMk cId="839663603" sldId="306"/>
        </pc:sldMkLst>
        <pc:spChg chg="mod">
          <ac:chgData name="Neil Sinclair" userId="eed6fa08-5685-4c32-b349-4e9ee1874eeb" providerId="ADAL" clId="{F24A4AA9-D407-0743-9834-376FA6DE989B}" dt="2025-03-04T18:26:54.087" v="729" actId="108"/>
          <ac:spMkLst>
            <pc:docMk/>
            <pc:sldMk cId="839663603" sldId="306"/>
            <ac:spMk id="7" creationId="{C7507F2A-3E7F-3A92-D0BB-DBB8670CD773}"/>
          </ac:spMkLst>
        </pc:spChg>
      </pc:sldChg>
      <pc:sldChg chg="modSp mod">
        <pc:chgData name="Neil Sinclair" userId="eed6fa08-5685-4c32-b349-4e9ee1874eeb" providerId="ADAL" clId="{F24A4AA9-D407-0743-9834-376FA6DE989B}" dt="2025-03-04T18:25:37.187" v="606" actId="33524"/>
        <pc:sldMkLst>
          <pc:docMk/>
          <pc:sldMk cId="3553031765" sldId="307"/>
        </pc:sldMkLst>
        <pc:spChg chg="mod">
          <ac:chgData name="Neil Sinclair" userId="eed6fa08-5685-4c32-b349-4e9ee1874eeb" providerId="ADAL" clId="{F24A4AA9-D407-0743-9834-376FA6DE989B}" dt="2025-03-04T18:25:37.187" v="606" actId="33524"/>
          <ac:spMkLst>
            <pc:docMk/>
            <pc:sldMk cId="3553031765" sldId="307"/>
            <ac:spMk id="7" creationId="{734CD162-085E-0C6D-A813-3F520FCA7FE4}"/>
          </ac:spMkLst>
        </pc:spChg>
      </pc:sldChg>
      <pc:sldChg chg="addSp delSp modSp mod">
        <pc:chgData name="Neil Sinclair" userId="eed6fa08-5685-4c32-b349-4e9ee1874eeb" providerId="ADAL" clId="{F24A4AA9-D407-0743-9834-376FA6DE989B}" dt="2025-03-04T18:15:38.679" v="367" actId="478"/>
        <pc:sldMkLst>
          <pc:docMk/>
          <pc:sldMk cId="394078337" sldId="308"/>
        </pc:sldMkLst>
        <pc:spChg chg="del">
          <ac:chgData name="Neil Sinclair" userId="eed6fa08-5685-4c32-b349-4e9ee1874eeb" providerId="ADAL" clId="{F24A4AA9-D407-0743-9834-376FA6DE989B}" dt="2025-03-04T18:15:36.481" v="365" actId="478"/>
          <ac:spMkLst>
            <pc:docMk/>
            <pc:sldMk cId="394078337" sldId="308"/>
            <ac:spMk id="4" creationId="{8EA5AA14-FFAB-4242-7273-48D4FBB53F1C}"/>
          </ac:spMkLst>
        </pc:spChg>
        <pc:spChg chg="add del mod">
          <ac:chgData name="Neil Sinclair" userId="eed6fa08-5685-4c32-b349-4e9ee1874eeb" providerId="ADAL" clId="{F24A4AA9-D407-0743-9834-376FA6DE989B}" dt="2025-03-04T18:15:38.679" v="367" actId="478"/>
          <ac:spMkLst>
            <pc:docMk/>
            <pc:sldMk cId="394078337" sldId="308"/>
            <ac:spMk id="14" creationId="{9F0BDC05-F271-0C53-5E29-075171C2DFEC}"/>
          </ac:spMkLst>
        </pc:spChg>
        <pc:spChg chg="add mod">
          <ac:chgData name="Neil Sinclair" userId="eed6fa08-5685-4c32-b349-4e9ee1874eeb" providerId="ADAL" clId="{F24A4AA9-D407-0743-9834-376FA6DE989B}" dt="2025-03-04T18:15:37.192" v="366"/>
          <ac:spMkLst>
            <pc:docMk/>
            <pc:sldMk cId="394078337" sldId="308"/>
            <ac:spMk id="15" creationId="{33C9EE15-9B04-79C8-4F5B-51334331E322}"/>
          </ac:spMkLst>
        </pc:spChg>
      </pc:sldChg>
      <pc:sldChg chg="addSp delSp modSp mod">
        <pc:chgData name="Neil Sinclair" userId="eed6fa08-5685-4c32-b349-4e9ee1874eeb" providerId="ADAL" clId="{F24A4AA9-D407-0743-9834-376FA6DE989B}" dt="2025-03-04T18:15:44.909" v="370" actId="478"/>
        <pc:sldMkLst>
          <pc:docMk/>
          <pc:sldMk cId="2318111256" sldId="309"/>
        </pc:sldMkLst>
        <pc:spChg chg="del">
          <ac:chgData name="Neil Sinclair" userId="eed6fa08-5685-4c32-b349-4e9ee1874eeb" providerId="ADAL" clId="{F24A4AA9-D407-0743-9834-376FA6DE989B}" dt="2025-03-04T18:15:42.729" v="368" actId="478"/>
          <ac:spMkLst>
            <pc:docMk/>
            <pc:sldMk cId="2318111256" sldId="309"/>
            <ac:spMk id="4" creationId="{F7B29254-01D2-C199-8C9A-C7860F54DEA5}"/>
          </ac:spMkLst>
        </pc:spChg>
        <pc:spChg chg="add del mod">
          <ac:chgData name="Neil Sinclair" userId="eed6fa08-5685-4c32-b349-4e9ee1874eeb" providerId="ADAL" clId="{F24A4AA9-D407-0743-9834-376FA6DE989B}" dt="2025-03-04T18:15:44.909" v="370" actId="478"/>
          <ac:spMkLst>
            <pc:docMk/>
            <pc:sldMk cId="2318111256" sldId="309"/>
            <ac:spMk id="16" creationId="{6C99CBD0-8FD6-6BEA-F33A-39AB3CE203CF}"/>
          </ac:spMkLst>
        </pc:spChg>
        <pc:spChg chg="add mod">
          <ac:chgData name="Neil Sinclair" userId="eed6fa08-5685-4c32-b349-4e9ee1874eeb" providerId="ADAL" clId="{F24A4AA9-D407-0743-9834-376FA6DE989B}" dt="2025-03-04T18:15:43.081" v="369"/>
          <ac:spMkLst>
            <pc:docMk/>
            <pc:sldMk cId="2318111256" sldId="309"/>
            <ac:spMk id="17" creationId="{2EA4E8CD-5784-A74E-27B5-A89C288CE79A}"/>
          </ac:spMkLst>
        </pc:spChg>
      </pc:sldChg>
      <pc:sldChg chg="addSp delSp modSp add mod ord">
        <pc:chgData name="Neil Sinclair" userId="eed6fa08-5685-4c32-b349-4e9ee1874eeb" providerId="ADAL" clId="{F24A4AA9-D407-0743-9834-376FA6DE989B}" dt="2025-03-04T18:23:35.371" v="462" actId="1076"/>
        <pc:sldMkLst>
          <pc:docMk/>
          <pc:sldMk cId="3700869366" sldId="310"/>
        </pc:sldMkLst>
        <pc:spChg chg="del mod">
          <ac:chgData name="Neil Sinclair" userId="eed6fa08-5685-4c32-b349-4e9ee1874eeb" providerId="ADAL" clId="{F24A4AA9-D407-0743-9834-376FA6DE989B}" dt="2025-03-04T18:23:32.183" v="461" actId="478"/>
          <ac:spMkLst>
            <pc:docMk/>
            <pc:sldMk cId="3700869366" sldId="310"/>
            <ac:spMk id="3" creationId="{2FB0B86D-0DB0-9CF6-8ACA-48A615E254B8}"/>
          </ac:spMkLst>
        </pc:spChg>
        <pc:spChg chg="mod">
          <ac:chgData name="Neil Sinclair" userId="eed6fa08-5685-4c32-b349-4e9ee1874eeb" providerId="ADAL" clId="{F24A4AA9-D407-0743-9834-376FA6DE989B}" dt="2025-03-04T18:23:35.371" v="462" actId="1076"/>
          <ac:spMkLst>
            <pc:docMk/>
            <pc:sldMk cId="3700869366" sldId="310"/>
            <ac:spMk id="7" creationId="{A5C480D9-C954-DA55-EFC7-B37767EF6EB4}"/>
          </ac:spMkLst>
        </pc:spChg>
        <pc:picChg chg="add mod modCrop">
          <ac:chgData name="Neil Sinclair" userId="eed6fa08-5685-4c32-b349-4e9ee1874eeb" providerId="ADAL" clId="{F24A4AA9-D407-0743-9834-376FA6DE989B}" dt="2025-03-04T18:23:16.902" v="457" actId="732"/>
          <ac:picMkLst>
            <pc:docMk/>
            <pc:sldMk cId="3700869366" sldId="310"/>
            <ac:picMk id="2" creationId="{BD28B418-21DD-2F95-297F-F486289547B0}"/>
          </ac:picMkLst>
        </pc:picChg>
        <pc:picChg chg="del">
          <ac:chgData name="Neil Sinclair" userId="eed6fa08-5685-4c32-b349-4e9ee1874eeb" providerId="ADAL" clId="{F24A4AA9-D407-0743-9834-376FA6DE989B}" dt="2025-03-04T18:22:17.222" v="441" actId="478"/>
          <ac:picMkLst>
            <pc:docMk/>
            <pc:sldMk cId="3700869366" sldId="310"/>
            <ac:picMk id="1026" creationId="{F85DFCD6-A0C3-211C-53A8-6FABA67AE55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88C9FA6B-F77F-BDC1-937B-D7E5B8D6D93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8876275-853E-77C6-C96D-2748419267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C920D-89CD-4B9C-AD27-DA018A11FD76}" type="datetimeFigureOut">
              <a:rPr lang="en-US" smtClean="0"/>
              <a:t>3/4/25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3F89BA-07EB-604D-C9EC-C485475800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diconium | public/internal/confidential/strictly confidential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9D059F8-24B3-7EB5-2E7D-7C30912654D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220692-A7EA-458F-9AE0-1346456A3E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08428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9DBD115-8383-5543-9AEA-A2FF5713F35D}" type="datetimeFigureOut">
              <a:rPr lang="en-GB" smtClean="0"/>
              <a:pPr/>
              <a:t>04/03/2025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3DDD299-AE59-4B43-A12B-4D87F497F5F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464140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774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22819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4994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861917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D349E-B9C3-9AE9-2D2E-58CF88CE0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43795D-5CCE-48BE-9A74-26C5CC5EB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2FDA94-744D-22A1-2569-6E26979394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C37C87-930E-7ED7-D995-3EB8463C2D8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10AAC9-CA40-E381-1F3B-E62520491A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94555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93330-73C3-67D8-C11A-90B197D73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CFEFF-054C-0A3E-A5F5-94A7E2DDC5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15932A-26BD-86DD-0185-CB68310DA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E52B58-7430-93C8-B113-18635A535AD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6356AA-AE5A-22B5-8A03-EEE573B03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624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0853D-DE59-AE72-C3AB-EFD9EC4E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2C289-6401-A480-1B3E-884601303F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4C5710-223A-8E25-D6B1-AA1526C969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D6E4D6-A572-B788-065E-C748459312E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2BAC30-AA3A-13AB-EBA8-3EA2151933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08527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1363D-08B4-F8D0-B717-7CF03C19A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4506E5-2B06-9B0E-559A-4A91BEDE2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FE12D9-8CAA-2815-5440-928906318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EF356-D632-2202-9673-86ECFBEAA2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8E47E1-60CF-5722-2FE6-B950BB5613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22691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8344-2FAD-9B09-15CC-283C5052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343FA1-B306-5A80-7DCE-204D6E8E74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E13C5-8616-C758-DDCF-01895B9845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3A77D5-07DF-61D1-5303-993D7864E9F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0FC50-D5D8-AC69-AC85-BA67494DD0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488735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8752C8-48F4-FE2B-A59B-13F0349AE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EB107-829E-3522-814A-6B9E0796F6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46331F-F152-6938-9079-2A7F4FA42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999DF7-F086-82AE-4466-8D76F2D8DCC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D10EE-1E71-0C91-A2F8-A32040E2E4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046355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0D65B-322A-D4C8-1ED1-194FCE26C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B79CC-134A-9B57-419F-1EDFDDE969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B63A18-CA43-8F67-1222-8F16C3724D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8AB39-1A90-9161-EDD8-60F178D6205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3FF0CD-FEEF-A527-5C5D-D7557325B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21243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7A6B9E-1F8E-129E-6016-E1E9944D9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175C5-1036-F720-87C0-DE30AF6A86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ACBC2D-5E70-EFC2-B304-C6C323ADE7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3643A-2A59-70E8-16F2-605307D9C0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D4A9F-8753-D4EE-B411-F1CFFB57C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14803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47E1A-FA22-4C14-6AD5-7F822C12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5C9C9C-F56C-8F75-5E33-BB94A0ADEF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AE05FF-8023-321E-7BD3-EC2E3D18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99989-335E-FBEB-5F56-3838D923330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2A9ADD-F59B-61C0-E60C-0799522F3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4450176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4F025B-236F-8353-81B8-8775A3EAC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77BE3-1D75-96AB-96D1-716DC3F5B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270C5F-9478-43A5-C2E5-280C18E07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318524-276E-3B1A-9186-AF6406CA868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2B8422-10C0-3DCB-F76A-17C0AE579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GB" smtClean="0"/>
              <a:pPr/>
              <a:t>28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6846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en-GB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DDD299-AE59-4B43-A12B-4D87F497F5F6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84092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svg"/><Relationship Id="rId4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Picture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6EAE418-5545-384D-9111-DDD82FE874E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F1D7C9-DF2D-B939-760E-04699C6D89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000" y="2133600"/>
            <a:ext cx="6274800" cy="1274618"/>
          </a:xfrm>
        </p:spPr>
        <p:txBody>
          <a:bodyPr bIns="0" anchor="t" anchorCtr="0"/>
          <a:lstStyle>
            <a:lvl1pPr algn="l">
              <a:defRPr sz="3400" baseline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FC1AA3-D566-8678-5BD7-857CE7D90C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000" y="3780000"/>
            <a:ext cx="6120000" cy="216000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1400" cap="none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4DD46F9-0AA3-9E03-3D1E-C4965ACED7F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56000" y="333375"/>
            <a:ext cx="1169999" cy="165565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2D4B2EF2-E608-F4E1-E3F3-48803175E7C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en-GB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5E7746C-FE0A-1493-85BE-B26E20B232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A9CDBC1-80F0-8240-8737-4A599038544A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31AC87E-0CFB-1788-E099-44C46371BC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60000" y="4055533"/>
            <a:ext cx="6131400" cy="287338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/>
              <a:t>Insert date here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857299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Oran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6F4D2F12-9935-2EBB-70C0-738569849600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84995-1067-4386-CAD2-44B4094C4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000" y="2134799"/>
            <a:ext cx="6274800" cy="1350000"/>
          </a:xfrm>
        </p:spPr>
        <p:txBody>
          <a:bodyPr anchor="t" anchorCtr="0"/>
          <a:lstStyle>
            <a:lvl1pPr algn="l"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51DA0-91DE-1A87-47C7-6BC9DA1AF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000" y="3780000"/>
            <a:ext cx="6120000" cy="216000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77409-9226-4458-9E50-BFA8E44C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6F476-BDB1-A8CA-DE50-FB436D6A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66E778DE-689E-7156-5F92-58A56C356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60000" y="4055533"/>
            <a:ext cx="6131400" cy="288000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 dirty="0"/>
              <a:t>Insert date here</a:t>
            </a:r>
            <a:endParaRPr lang="da-DK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42D54EA-9297-FDB7-12C6-2566F565743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094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foli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F4E4F5E4-550F-1B7A-DEB9-49F4066D989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0" y="0"/>
            <a:ext cx="12193200" cy="68586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684995-1067-4386-CAD2-44B4094C4E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000" y="2134799"/>
            <a:ext cx="6274800" cy="1350000"/>
          </a:xfrm>
        </p:spPr>
        <p:txBody>
          <a:bodyPr anchor="t" anchorCtr="0"/>
          <a:lstStyle>
            <a:lvl1pPr algn="l">
              <a:defRPr sz="3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A51DA0-91DE-1A87-47C7-6BC9DA1AF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000" y="3780000"/>
            <a:ext cx="6120000" cy="216000"/>
          </a:xfrm>
        </p:spPr>
        <p:txBody>
          <a:bodyPr/>
          <a:lstStyle>
            <a:lvl1pPr marL="0" indent="0" algn="l">
              <a:buNone/>
              <a:defRPr sz="14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677409-9226-4458-9E50-BFA8E44C8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6F476-BDB1-A8CA-DE50-FB436D6AF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66E778DE-689E-7156-5F92-58A56C3565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60000" y="4055533"/>
            <a:ext cx="6131400" cy="288000"/>
          </a:xfrm>
        </p:spPr>
        <p:txBody>
          <a:bodyPr/>
          <a:lstStyle>
            <a:lvl1pPr marL="0" indent="0">
              <a:buNone/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GB" dirty="0"/>
              <a:t>Insert date here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2112957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89518A-4D03-8E30-1B14-F44954AF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E2D7B7-69F1-E5C4-ED3E-EF2FB1E1B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7450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Le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FAF53-CD09-0A6F-6E4F-D75382CA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BD1F-1B06-A415-5D7C-DF86796E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23621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Le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FAF53-CD09-0A6F-6E4F-D75382CA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BD1F-1B06-A415-5D7C-DF86796E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E9727080-1EAE-8C64-E071-4BC88F2ED2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70000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3846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54727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FAF53-CD09-0A6F-6E4F-D75382CAD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3BD1F-1B06-A415-5D7C-DF86796E1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D0FB79D0-EB61-E355-C332-9EDB1E3B77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70000" cy="16556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698C737-394F-3ECD-DE99-53F21B869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948488" cy="8339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83743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48585-1624-2CC7-E3CE-AA65BA40C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79402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C7D6F-7A50-B555-48A9-CA01743472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F8A8C-E4AA-0BCB-056B-416603789A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4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E7289F-E1EF-CB93-3752-72857EB39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0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FAC3AE-CE2E-038C-CE1E-2DA9624DA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F9B7C0-A224-267C-DAE6-5E6A36B47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4672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39ED-8D9C-1F77-9FD8-92B510E6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948000" cy="835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2C5680-38F7-11F0-0FAD-4C7C98092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400" y="1954800"/>
            <a:ext cx="4320000" cy="25199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A56A81-3B6B-D8BA-936F-2CBF79AB5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32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C7C1B-91F9-2396-6F5B-2B58A8A6D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238000" y="1954800"/>
            <a:ext cx="4320000" cy="251999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436FBF-071D-ACAB-8F54-F0C81F4838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238000" y="2352675"/>
            <a:ext cx="432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A022A-0345-D483-3CE1-613A34E4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1F265-CF6D-3500-8566-7726ECF0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2728916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439ED-8D9C-1F77-9FD8-92B510E6C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948000" cy="8352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FA022A-0345-D483-3CE1-613A34E47D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61F265-CF6D-3500-8566-7726ECF0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C57E583-F1FC-C019-CB30-1F0D95A70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9966" y="1954800"/>
            <a:ext cx="3240000" cy="252524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500" b="1" cap="none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1E240CF0-9A09-E5C3-9C9D-19327BD015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9966" y="2352675"/>
            <a:ext cx="324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AAC3B7C-27E6-85AD-9D3B-19C412AA39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97916" y="1954800"/>
            <a:ext cx="3240000" cy="252524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500" b="1" cap="none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577D4898-6B21-D834-B2DC-E504C40FDB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297916" y="2352675"/>
            <a:ext cx="324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C49C9A4-0AE9-ACFA-8F43-EFB57D911A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06400" y="1954800"/>
            <a:ext cx="3240000" cy="252524"/>
          </a:xfrm>
        </p:spPr>
        <p:txBody>
          <a:bodyPr anchor="t" anchorCtr="0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1500" b="1" cap="none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13807C2D-39B4-123E-33C3-61859A52D6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06400" y="2352675"/>
            <a:ext cx="3240000" cy="370972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10591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0"/>
            <a:ext cx="2316162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6558074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0"/>
            <a:ext cx="2316162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C48585-1624-2CC7-E3CE-AA65BA40C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166261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0"/>
            <a:ext cx="2316162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AE386C1B-11B7-C38E-EABF-C656486EC4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4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6A8CDAE0-BF70-56C7-A30A-C1275A678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380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63289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1952625"/>
            <a:ext cx="231616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826423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1952625"/>
            <a:ext cx="231616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9C646-FD69-E031-AEC4-1CBFD8944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0" y="1954800"/>
            <a:ext cx="6945463" cy="4103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0784570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8E42B5E5-DC7C-AB0C-F628-E477520930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232400" y="1952625"/>
            <a:ext cx="4643438" cy="4105276"/>
          </a:xfrm>
          <a:prstGeom prst="rect">
            <a:avLst/>
          </a:prstGeom>
          <a:solidFill>
            <a:schemeClr val="tx2"/>
          </a:solidFill>
          <a:ln w="6350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t" anchorCtr="0" compatLnSpc="1">
            <a:prstTxWarp prst="textNoShape">
              <a:avLst/>
            </a:prstTxWarp>
          </a:bodyPr>
          <a:lstStyle/>
          <a:p>
            <a:pPr marL="108000" indent="-108000" algn="l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kern="800" spc="-8" dirty="0"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9875838" y="1952625"/>
            <a:ext cx="231616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1B3C81D-39C6-69BE-90FE-A7B35AB8F7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398" y="2155630"/>
            <a:ext cx="3897200" cy="370234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47EC34F-D633-5C91-8624-1A2D415C23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49400" y="2155630"/>
            <a:ext cx="3897200" cy="37023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383819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8888" y="1952625"/>
            <a:ext cx="465311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0985883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8888" y="1952625"/>
            <a:ext cx="465311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76519E6-5A65-145C-DBEB-3E2CC0F388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400" y="1954800"/>
            <a:ext cx="4320000" cy="4104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72472638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6D31A0F-BD55-F668-D594-3C43AD22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952625"/>
            <a:ext cx="7535863" cy="4105275"/>
          </a:xfrm>
          <a:prstGeom prst="rect">
            <a:avLst/>
          </a:prstGeom>
          <a:solidFill>
            <a:schemeClr val="tx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t" anchorCtr="0" compatLnSpc="1">
            <a:prstTxWarp prst="textNoShape">
              <a:avLst/>
            </a:prstTxWarp>
          </a:bodyPr>
          <a:lstStyle/>
          <a:p>
            <a:pPr marL="108000" indent="-108000" algn="l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kern="800" spc="-8" dirty="0"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8888" y="1952625"/>
            <a:ext cx="465311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2F7EC-398C-7188-5CA5-972FE03106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398" y="2155630"/>
            <a:ext cx="4108602" cy="370234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0051050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D6D31A0F-BD55-F668-D594-3C43AD221E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952625"/>
            <a:ext cx="7535863" cy="4105275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t" anchorCtr="0" compatLnSpc="1">
            <a:prstTxWarp prst="textNoShape">
              <a:avLst/>
            </a:prstTxWarp>
          </a:bodyPr>
          <a:lstStyle/>
          <a:p>
            <a:pPr marL="108000" indent="-108000" algn="l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200" kern="800" spc="-8" dirty="0"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8888" y="1952625"/>
            <a:ext cx="4653112" cy="4105276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02840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bschnitts-&#10;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>
            <a:extLst>
              <a:ext uri="{FF2B5EF4-FFF2-40B4-BE49-F238E27FC236}">
                <a16:creationId xmlns:a16="http://schemas.microsoft.com/office/drawing/2014/main" id="{F9A85FA2-79A8-98EA-624F-3854218503A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9875838" y="0"/>
            <a:ext cx="233997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9">
            <a:extLst>
              <a:ext uri="{FF2B5EF4-FFF2-40B4-BE49-F238E27FC236}">
                <a16:creationId xmlns:a16="http://schemas.microsoft.com/office/drawing/2014/main" id="{80EC5ACC-66FC-6F6B-10DB-50F0F23022F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7535863" y="0"/>
            <a:ext cx="2339975" cy="6858000"/>
          </a:xfrm>
          <a:prstGeom prst="rect">
            <a:avLst/>
          </a:prstGeom>
          <a:solidFill>
            <a:schemeClr val="tx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BB50B6-F125-185F-FF2D-1C1F9FD8A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10" y="1965310"/>
            <a:ext cx="6480000" cy="900000"/>
          </a:xfrm>
        </p:spPr>
        <p:txBody>
          <a:bodyPr anchor="t" anchorCtr="0"/>
          <a:lstStyle>
            <a:lvl1pPr>
              <a:defRPr sz="3400">
                <a:solidFill>
                  <a:schemeClr val="bg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1E5C62-CC9B-B83B-79B5-71CFBA783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400" y="3004055"/>
            <a:ext cx="6480000" cy="251999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99966-AEB5-E320-CF1B-D2AC0E9D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63201-ADCE-5841-7570-5AD9391F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pic>
        <p:nvPicPr>
          <p:cNvPr id="15" name="Graphic 10">
            <a:extLst>
              <a:ext uri="{FF2B5EF4-FFF2-40B4-BE49-F238E27FC236}">
                <a16:creationId xmlns:a16="http://schemas.microsoft.com/office/drawing/2014/main" id="{D43611D6-0C35-3931-1C46-6347DE43C23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2015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-&#10;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594DC5-3D58-AA54-F344-219139663A9C}"/>
              </a:ext>
            </a:extLst>
          </p:cNvPr>
          <p:cNvSpPr/>
          <p:nvPr userDrawn="1"/>
        </p:nvSpPr>
        <p:spPr>
          <a:xfrm>
            <a:off x="7535863" y="0"/>
            <a:ext cx="465613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3">
            <a:extLst>
              <a:ext uri="{FF2B5EF4-FFF2-40B4-BE49-F238E27FC236}">
                <a16:creationId xmlns:a16="http://schemas.microsoft.com/office/drawing/2014/main" id="{933F5599-5FCE-E9F2-0433-D702CF496840}"/>
              </a:ext>
            </a:extLst>
          </p:cNvPr>
          <p:cNvSpPr/>
          <p:nvPr userDrawn="1"/>
        </p:nvSpPr>
        <p:spPr>
          <a:xfrm>
            <a:off x="9875838" y="0"/>
            <a:ext cx="2339975" cy="6858000"/>
          </a:xfrm>
          <a:prstGeom prst="rect">
            <a:avLst/>
          </a:prstGeom>
          <a:solidFill>
            <a:schemeClr val="bg2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BDC7B0F4-7B2A-EF8B-F3B4-9B26127A778C}"/>
              </a:ext>
            </a:extLst>
          </p:cNvPr>
          <p:cNvSpPr/>
          <p:nvPr userDrawn="1"/>
        </p:nvSpPr>
        <p:spPr>
          <a:xfrm>
            <a:off x="7535863" y="0"/>
            <a:ext cx="2339975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C74490AF-6F17-0375-82A8-79D41DBE78C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99966-AEB5-E320-CF1B-D2AC0E9D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63201-ADCE-5841-7570-5AD9391F9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6219857-6F46-56D3-BA06-3AFA7DFD5907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A30175ED-EFB8-61DD-FE8D-4F0ED0B53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910" y="1965310"/>
            <a:ext cx="6480000" cy="900000"/>
          </a:xfrm>
        </p:spPr>
        <p:txBody>
          <a:bodyPr anchor="t" anchorCtr="0"/>
          <a:lstStyle>
            <a:lvl1pPr>
              <a:defRPr sz="3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1B1186E4-DA4B-786C-5C02-9B41886B30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400" y="3004055"/>
            <a:ext cx="6480000" cy="251999"/>
          </a:xfrm>
        </p:spPr>
        <p:txBody>
          <a:bodyPr/>
          <a:lstStyle>
            <a:lvl1pPr marL="0" indent="0">
              <a:buNone/>
              <a:defRPr sz="1400" b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261086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98867321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,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A9710-0A8E-1FE9-F842-76F552422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6479998" cy="4103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2855743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,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1ABF-DC5C-A1C8-F956-873BEE22F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6479998" cy="4103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98202205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, Content and Pictur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1ABF-DC5C-A1C8-F956-873BEE22F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6479998" cy="410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589748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, Content and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14">
            <a:extLst>
              <a:ext uri="{FF2B5EF4-FFF2-40B4-BE49-F238E27FC236}">
                <a16:creationId xmlns:a16="http://schemas.microsoft.com/office/drawing/2014/main" id="{D397C550-88E0-3A19-F6E6-DAF34BCAC25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7535863" y="0"/>
            <a:ext cx="4656137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AF6DB4-004B-B41D-60E4-DAC781325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479998" cy="8339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3D02B-8A99-ABC4-EE46-988FC75B2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614F1-E123-151D-17CC-CE12A88B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9779E66-B798-EF01-18FC-693E14C013F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F1ABF-DC5C-A1C8-F956-873BEE22F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6479998" cy="4103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128153733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A6FF4-91F3-3831-5DD7-48ADA8DE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6400"/>
            <a:ext cx="4140000" cy="827999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BB59A-330B-C681-5BCB-91B78E3B1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9" y="1954800"/>
            <a:ext cx="4140000" cy="41031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906080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ild mit 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A6FF4-91F3-3831-5DD7-48ADA8DE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6400"/>
            <a:ext cx="4140000" cy="827999"/>
          </a:xfrm>
        </p:spPr>
        <p:txBody>
          <a:bodyPr anchor="b"/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BB59A-330B-C681-5BCB-91B78E3B1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9" y="1954800"/>
            <a:ext cx="4140000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75216238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ld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EA6FF4-91F3-3831-5DD7-48ADA8DEF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6400"/>
            <a:ext cx="4140000" cy="827999"/>
          </a:xfrm>
        </p:spPr>
        <p:txBody>
          <a:bodyPr anchor="b"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8BB59A-330B-C681-5BCB-91B78E3B18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399" y="1954800"/>
            <a:ext cx="4140000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37471821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29879325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ild mit 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620220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ild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6959600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C5AAF9DE-BC53-CE7D-3F33-17493A3EB07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4"/>
          </p:nvPr>
        </p:nvSpPr>
        <p:spPr>
          <a:xfrm>
            <a:off x="10656000" y="333375"/>
            <a:ext cx="1170000" cy="165600"/>
          </a:xfr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t" anchorCtr="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79704447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14091F5-0C22-63B8-F56B-755A0812A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0199" y="1954800"/>
            <a:ext cx="3870325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613557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ild mit 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14091F5-0C22-63B8-F56B-755A0812A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0199" y="1954800"/>
            <a:ext cx="3870325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124659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ild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D14091F5-0C22-63B8-F56B-755A0812A7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50199" y="1954800"/>
            <a:ext cx="3870325" cy="4103100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3" name="Graphic 10">
            <a:extLst>
              <a:ext uri="{FF2B5EF4-FFF2-40B4-BE49-F238E27FC236}">
                <a16:creationId xmlns:a16="http://schemas.microsoft.com/office/drawing/2014/main" id="{0EAA4D6C-5E89-089E-7A85-E715EF5CA099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9825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762398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Bild mit Überschrif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433105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Bild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4">
            <a:extLst>
              <a:ext uri="{FF2B5EF4-FFF2-40B4-BE49-F238E27FC236}">
                <a16:creationId xmlns:a16="http://schemas.microsoft.com/office/drawing/2014/main" id="{A68C915E-7815-478C-AC31-8A76C58120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pic" sz="quarter" idx="15" hasCustomPrompt="1"/>
          </p:nvPr>
        </p:nvSpPr>
        <p:spPr>
          <a:xfrm>
            <a:off x="-1" y="0"/>
            <a:ext cx="7535864" cy="6858000"/>
          </a:xfrm>
          <a:pattFill prst="pct5">
            <a:fgClr>
              <a:schemeClr val="accent2"/>
            </a:fgClr>
            <a:bgClr>
              <a:schemeClr val="bg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/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66CFE-D8DC-2D82-EBDD-5704309EC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49B0EA-2021-E56F-9B96-420475D1D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pic>
        <p:nvPicPr>
          <p:cNvPr id="3" name="Graphic 10">
            <a:extLst>
              <a:ext uri="{FF2B5EF4-FFF2-40B4-BE49-F238E27FC236}">
                <a16:creationId xmlns:a16="http://schemas.microsoft.com/office/drawing/2014/main" id="{0EAA4D6C-5E89-089E-7A85-E715EF5CA099}"/>
              </a:ext>
            </a:extLst>
          </p:cNvPr>
          <p:cNvPicPr/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50038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66C53-8C19-2E8A-9F7E-DD5DEEBB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398" y="6367950"/>
            <a:ext cx="4068000" cy="18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536F3-97B2-FD22-A653-714E9C10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932DF296-E09D-0BAB-6DBA-2EFB3CA8D7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4643438" cy="6858000"/>
          </a:xfrm>
          <a:pattFill prst="pct90">
            <a:fgClr>
              <a:schemeClr val="tx2"/>
            </a:fgClr>
            <a:bgClr>
              <a:schemeClr val="accent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28A4AB-5800-B7F7-7635-04965EC263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07765" y="1952625"/>
            <a:ext cx="1620000" cy="3960000"/>
          </a:xfrm>
        </p:spPr>
        <p:txBody>
          <a:bodyPr/>
          <a:lstStyle>
            <a:lvl1pPr marL="108000" indent="-108000">
              <a:defRPr sz="1200"/>
            </a:lvl1pPr>
            <a:lvl2pPr marL="216000" indent="-108000">
              <a:defRPr sz="1200"/>
            </a:lvl2pPr>
            <a:lvl3pPr marL="324000" indent="-108000">
              <a:defRPr sz="1200"/>
            </a:lvl3pPr>
            <a:lvl4pPr marL="432000" indent="-108000">
              <a:defRPr sz="1200"/>
            </a:lvl4pPr>
            <a:lvl5pPr marL="540000" indent="-108000"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B8CD9E-50F8-B77B-0A82-FABE9EB85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4067997" cy="83399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30A969-B680-DA70-9BDF-6FA6DB6C4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4067997" cy="41031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pic>
        <p:nvPicPr>
          <p:cNvPr id="5" name="Graphic 8">
            <a:extLst>
              <a:ext uri="{FF2B5EF4-FFF2-40B4-BE49-F238E27FC236}">
                <a16:creationId xmlns:a16="http://schemas.microsoft.com/office/drawing/2014/main" id="{35C4196B-BE6C-3F49-E000-EAE221E02066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82CAF139-F5A4-76C6-AC25-CA2FB5F4D8C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656000" y="333375"/>
            <a:ext cx="1169999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6126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 mit Überschrif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66C53-8C19-2E8A-9F7E-DD5DEEBB8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398" y="6367950"/>
            <a:ext cx="4068000" cy="18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536F3-97B2-FD22-A653-714E9C102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77E8C6F-B69C-0849-88CC-959390910050}" type="slidenum">
              <a:rPr lang="da-DK" smtClean="0"/>
              <a:pPr/>
              <a:t>‹#›</a:t>
            </a:fld>
            <a:endParaRPr lang="da-DK" dirty="0"/>
          </a:p>
        </p:txBody>
      </p:sp>
      <p:sp>
        <p:nvSpPr>
          <p:cNvPr id="10" name="Picture Placeholder 14">
            <a:extLst>
              <a:ext uri="{FF2B5EF4-FFF2-40B4-BE49-F238E27FC236}">
                <a16:creationId xmlns:a16="http://schemas.microsoft.com/office/drawing/2014/main" id="{932DF296-E09D-0BAB-6DBA-2EFB3CA8D7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232400" y="0"/>
            <a:ext cx="4643438" cy="6858000"/>
          </a:xfrm>
          <a:pattFill prst="pct90">
            <a:fgClr>
              <a:schemeClr val="tx2"/>
            </a:fgClr>
            <a:bgClr>
              <a:schemeClr val="accent2"/>
            </a:bgClr>
          </a:pattFill>
        </p:spPr>
        <p:txBody>
          <a:bodyPr tIns="1800000"/>
          <a:lstStyle>
            <a:lvl1pPr marL="0" indent="0" algn="ctr">
              <a:spcAft>
                <a:spcPts val="0"/>
              </a:spcAft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GB" dirty="0"/>
              <a:t>Click on icon </a:t>
            </a:r>
            <a:br>
              <a:rPr lang="en-GB" dirty="0"/>
            </a:br>
            <a:r>
              <a:rPr lang="en-GB" dirty="0"/>
              <a:t>to insert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028A4AB-5800-B7F7-7635-04965EC263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207765" y="1952625"/>
            <a:ext cx="1620000" cy="3960000"/>
          </a:xfrm>
        </p:spPr>
        <p:txBody>
          <a:bodyPr/>
          <a:lstStyle>
            <a:lvl1pPr marL="108000" indent="-108000">
              <a:defRPr sz="1200">
                <a:solidFill>
                  <a:schemeClr val="bg1"/>
                </a:solidFill>
              </a:defRPr>
            </a:lvl1pPr>
            <a:lvl2pPr marL="216000" indent="-108000">
              <a:defRPr sz="1200">
                <a:solidFill>
                  <a:schemeClr val="bg1"/>
                </a:solidFill>
              </a:defRPr>
            </a:lvl2pPr>
            <a:lvl3pPr marL="324000" indent="-108000">
              <a:defRPr sz="1200">
                <a:solidFill>
                  <a:schemeClr val="bg1"/>
                </a:solidFill>
              </a:defRPr>
            </a:lvl3pPr>
            <a:lvl4pPr marL="432000" indent="-108000">
              <a:defRPr sz="1200">
                <a:solidFill>
                  <a:schemeClr val="bg1"/>
                </a:solidFill>
              </a:defRPr>
            </a:lvl4pPr>
            <a:lvl5pPr marL="540000" indent="-108000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BB8CD9E-50F8-B77B-0A82-FABE9EB85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4067997" cy="83399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da-DK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F30A969-B680-DA70-9BDF-6FA6DB6C45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4067997" cy="41031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54568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7D631-F89F-760C-69B6-FB4634643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3CF84E-2039-8799-F6F2-3D3D31FA0F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7CD7A8-9F31-F16C-3031-2BF7C9BE6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A5D02-D681-B777-41FA-27545CC11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8813622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1EE1A3-EA1D-E14B-3CC1-391FB99D4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6400" y="626400"/>
            <a:ext cx="1152000" cy="54324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da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C15833-919F-8135-57CA-75E3E02F7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6400" y="626400"/>
            <a:ext cx="7984800" cy="543240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da-DK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D9BBD7-7474-CC6E-5EC9-A6CDD3B78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diconium | public/internal/confidential/strictly confidential</a:t>
            </a:r>
            <a:endParaRPr lang="da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27550-0A91-20F3-FD4C-DFDC19F36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044297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2.sv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12E277-5753-1406-68D7-A33B3ABC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400" y="627063"/>
            <a:ext cx="6948488" cy="83399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Mastertitelformat bearbeiten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3A405A-9B05-B1B6-1D44-86354DE905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400" y="1954800"/>
            <a:ext cx="6945463" cy="41031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Mastertextformat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07B31A-5072-D7F3-70F4-41F7774543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0398" y="6367950"/>
            <a:ext cx="6480000" cy="1800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lnSpc>
                <a:spcPct val="100000"/>
              </a:lnSpc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diconium | public/internal/confidential/strictly confidential</a:t>
            </a:r>
            <a:endParaRPr lang="da-DK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6266E9-705A-109B-5715-FFCC44DFB8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0525" y="6367950"/>
            <a:ext cx="540000" cy="180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10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7E8C6F-B69C-0849-88CC-95939091005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169FA21-BA0D-32A9-299C-30DBE41CF433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0656000" y="333375"/>
            <a:ext cx="1170000" cy="165566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593BE5B8-C935-8671-CE76-C5671EFABFB6}"/>
              </a:ext>
            </a:extLst>
          </p:cNvPr>
          <p:cNvPicPr>
            <a:picLocks noChangeAspect="1"/>
          </p:cNvPicPr>
          <p:nvPr userDrawn="1"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0656000" y="333375"/>
            <a:ext cx="1170000" cy="16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681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05" r:id="rId2"/>
    <p:sldLayoutId id="2147483704" r:id="rId3"/>
    <p:sldLayoutId id="2147483713" r:id="rId4"/>
    <p:sldLayoutId id="2147483722" r:id="rId5"/>
    <p:sldLayoutId id="2147483714" r:id="rId6"/>
    <p:sldLayoutId id="2147483707" r:id="rId7"/>
    <p:sldLayoutId id="2147483723" r:id="rId8"/>
    <p:sldLayoutId id="2147483721" r:id="rId9"/>
    <p:sldLayoutId id="2147483710" r:id="rId10"/>
    <p:sldLayoutId id="2147483711" r:id="rId11"/>
    <p:sldLayoutId id="2147483712" r:id="rId12"/>
    <p:sldLayoutId id="2147483708" r:id="rId13"/>
    <p:sldLayoutId id="2147483725" r:id="rId14"/>
    <p:sldLayoutId id="2147483724" r:id="rId15"/>
    <p:sldLayoutId id="2147483730" r:id="rId16"/>
    <p:sldLayoutId id="2147483731" r:id="rId17"/>
    <p:sldLayoutId id="2147483732" r:id="rId18"/>
    <p:sldLayoutId id="2147483733" r:id="rId19"/>
    <p:sldLayoutId id="2147483734" r:id="rId20"/>
    <p:sldLayoutId id="2147483735" r:id="rId21"/>
    <p:sldLayoutId id="2147483736" r:id="rId22"/>
    <p:sldLayoutId id="2147483729" r:id="rId23"/>
    <p:sldLayoutId id="2147483709" r:id="rId24"/>
    <p:sldLayoutId id="2147483726" r:id="rId25"/>
    <p:sldLayoutId id="2147483727" r:id="rId26"/>
    <p:sldLayoutId id="2147483741" r:id="rId27"/>
    <p:sldLayoutId id="2147483728" r:id="rId28"/>
    <p:sldLayoutId id="2147483737" r:id="rId29"/>
    <p:sldLayoutId id="2147483716" r:id="rId30"/>
    <p:sldLayoutId id="2147483740" r:id="rId31"/>
    <p:sldLayoutId id="2147483739" r:id="rId32"/>
    <p:sldLayoutId id="2147483742" r:id="rId33"/>
    <p:sldLayoutId id="2147483743" r:id="rId34"/>
    <p:sldLayoutId id="2147483744" r:id="rId35"/>
    <p:sldLayoutId id="2147483745" r:id="rId36"/>
    <p:sldLayoutId id="2147483746" r:id="rId37"/>
    <p:sldLayoutId id="2147483747" r:id="rId38"/>
    <p:sldLayoutId id="2147483748" r:id="rId39"/>
    <p:sldLayoutId id="2147483749" r:id="rId40"/>
    <p:sldLayoutId id="2147483750" r:id="rId41"/>
    <p:sldLayoutId id="2147483715" r:id="rId42"/>
    <p:sldLayoutId id="2147483738" r:id="rId43"/>
    <p:sldLayoutId id="2147483718" r:id="rId44"/>
    <p:sldLayoutId id="2147483719" r:id="rId4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tx1"/>
          </a:solidFill>
          <a:latin typeface="Campton Book" panose="00000500000000000000" pitchFamily="50" charset="0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2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00000" indent="-180000" algn="l" defTabSz="914400" rtl="0" eaLnBrk="1" latinLnBrk="0" hangingPunct="1">
        <a:lnSpc>
          <a:spcPct val="110000"/>
        </a:lnSpc>
        <a:spcBef>
          <a:spcPts val="0"/>
        </a:spcBef>
        <a:spcAft>
          <a:spcPts val="1200"/>
        </a:spcAft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" pos="370" userDrawn="1">
          <p15:clr>
            <a:srgbClr val="F26B43"/>
          </p15:clr>
        </p15:guide>
        <p15:guide id="10" pos="4747" userDrawn="1">
          <p15:clr>
            <a:srgbClr val="F26B43"/>
          </p15:clr>
        </p15:guide>
        <p15:guide id="11" pos="3296" userDrawn="1">
          <p15:clr>
            <a:srgbClr val="F26B43"/>
          </p15:clr>
        </p15:guide>
        <p15:guide id="12" pos="6221" userDrawn="1">
          <p15:clr>
            <a:srgbClr val="F26B43"/>
          </p15:clr>
        </p15:guide>
        <p15:guide id="13" pos="7446" userDrawn="1">
          <p15:clr>
            <a:srgbClr val="F26B43"/>
          </p15:clr>
        </p15:guide>
        <p15:guide id="14" orient="horz" pos="391" userDrawn="1">
          <p15:clr>
            <a:srgbClr val="F26B43"/>
          </p15:clr>
        </p15:guide>
        <p15:guide id="15" orient="horz" pos="1230" userDrawn="1">
          <p15:clr>
            <a:srgbClr val="F26B43"/>
          </p15:clr>
        </p15:guide>
        <p15:guide id="16" orient="horz" pos="381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337DC-B9AD-3B5B-2632-A7625436CE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000" y="2133600"/>
            <a:ext cx="6274800" cy="1274618"/>
          </a:xfrm>
        </p:spPr>
        <p:txBody>
          <a:bodyPr/>
          <a:lstStyle/>
          <a:p>
            <a:r>
              <a:rPr lang="en-DE" dirty="0"/>
              <a:t>Cariad DX One: Prompt Engineering Workshop</a:t>
            </a:r>
            <a:endParaRPr lang="en-US" dirty="0"/>
          </a:p>
        </p:txBody>
      </p:sp>
      <p:sp>
        <p:nvSpPr>
          <p:cNvPr id="17" name="Untertitel 16">
            <a:extLst>
              <a:ext uri="{FF2B5EF4-FFF2-40B4-BE49-F238E27FC236}">
                <a16:creationId xmlns:a16="http://schemas.microsoft.com/office/drawing/2014/main" id="{BF9DBCC4-5285-94AE-D7F0-C3AF7F320E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DE" dirty="0"/>
              <a:t>A Use Case Based Approach for Product Owners</a:t>
            </a:r>
          </a:p>
          <a:p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C395ABC-2F18-A80A-BC43-9A1E29844F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590398" y="6367950"/>
            <a:ext cx="6480000" cy="180000"/>
          </a:xfrm>
        </p:spPr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70AA565-7CBD-941E-5B11-58DBC60466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80525" y="6367950"/>
            <a:ext cx="540000" cy="180000"/>
          </a:xfrm>
        </p:spPr>
        <p:txBody>
          <a:bodyPr/>
          <a:lstStyle/>
          <a:p>
            <a:fld id="{B77E8C6F-B69C-0849-88CC-959390910050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18" name="Textplatzhalter 17">
            <a:extLst>
              <a:ext uri="{FF2B5EF4-FFF2-40B4-BE49-F238E27FC236}">
                <a16:creationId xmlns:a16="http://schemas.microsoft.com/office/drawing/2014/main" id="{EA4CA960-7A16-9941-3B9A-25250E6015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05 March 2025, Berlin</a:t>
            </a:r>
          </a:p>
        </p:txBody>
      </p:sp>
    </p:spTree>
    <p:extLst>
      <p:ext uri="{BB962C8B-B14F-4D97-AF65-F5344CB8AC3E}">
        <p14:creationId xmlns:p14="http://schemas.microsoft.com/office/powerpoint/2010/main" val="2647420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B83CDB4-30ED-0041-54F1-5C5D731D6D6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AB76E2-42CB-6BF2-A7AA-CF74D93B74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What We’ll Cover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1E6E29-60ED-9EC3-8018-403048F69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0AC9B6-F87D-54AC-EFBA-8434E2B47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FC74D1-0244-C998-5EBB-C2E0E7950A0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pic>
        <p:nvPicPr>
          <p:cNvPr id="7" name="Grafik 7">
            <a:extLst>
              <a:ext uri="{FF2B5EF4-FFF2-40B4-BE49-F238E27FC236}">
                <a16:creationId xmlns:a16="http://schemas.microsoft.com/office/drawing/2014/main" id="{895445A8-4B96-488D-C87F-57C35AE423B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2567" r="39684" b="1153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4297617-84F3-4A96-774B-3B9596344609}"/>
              </a:ext>
            </a:extLst>
          </p:cNvPr>
          <p:cNvSpPr txBox="1">
            <a:spLocks/>
          </p:cNvSpPr>
          <p:nvPr/>
        </p:nvSpPr>
        <p:spPr>
          <a:xfrm>
            <a:off x="587375" y="1952625"/>
            <a:ext cx="5507425" cy="41052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DK"/>
            </a:defPPr>
            <a:lvl1pPr marL="0" algn="l" defTabSz="914400" rtl="0" eaLnBrk="1" latinLnBrk="0" hangingPunct="1">
              <a:lnSpc>
                <a:spcPct val="100000"/>
              </a:lnSpc>
              <a:defRPr sz="10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tx1"/>
                </a:solidFill>
              </a:rPr>
              <a:t>Introduction</a:t>
            </a:r>
          </a:p>
          <a:p>
            <a:endParaRPr lang="en-DE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tx1"/>
                </a:solidFill>
              </a:rPr>
              <a:t>Workshop Overview</a:t>
            </a:r>
          </a:p>
          <a:p>
            <a:endParaRPr lang="en-DE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Case Based Learning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Microsoft Copilot 365</a:t>
            </a:r>
          </a:p>
          <a:p>
            <a:endParaRPr lang="en-DE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DE" sz="1600" dirty="0">
                <a:solidFill>
                  <a:schemeClr val="tx1"/>
                </a:solidFill>
              </a:rPr>
              <a:t>Takeaways</a:t>
            </a:r>
          </a:p>
          <a:p>
            <a:endParaRPr lang="en-DE" sz="1600" dirty="0">
              <a:solidFill>
                <a:schemeClr val="tx1"/>
              </a:solidFill>
            </a:endParaRPr>
          </a:p>
          <a:p>
            <a:endParaRPr lang="en-DE" sz="105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6487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5328-74E4-06B8-3272-588D953D3A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Who Am 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32736-FB4B-10C4-90DC-5C7F2B6663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sz="1600" dirty="0"/>
              <a:t>Neil Sinclair, Senior Data Scientist, diconium Berlin</a:t>
            </a:r>
          </a:p>
          <a:p>
            <a:endParaRPr lang="en-DE" sz="1600" dirty="0"/>
          </a:p>
          <a:p>
            <a:r>
              <a:rPr lang="en-DE" sz="1600" dirty="0"/>
              <a:t>Deloitte strategy consultant turned data scientist</a:t>
            </a:r>
          </a:p>
          <a:p>
            <a:pPr marL="0" indent="0">
              <a:buNone/>
            </a:pPr>
            <a:endParaRPr lang="en-DE" sz="1600" dirty="0"/>
          </a:p>
          <a:p>
            <a:r>
              <a:rPr lang="en-DE" sz="1600" dirty="0"/>
              <a:t>Projects: retail, insurance, and numerous GenAI projects</a:t>
            </a:r>
          </a:p>
          <a:p>
            <a:endParaRPr lang="en-DE" sz="16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B8F4D0-E33C-BF5E-713E-2422B5826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269729-26D3-FC24-EA9A-B16585606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3</a:t>
            </a:fld>
            <a:endParaRPr lang="da-DK"/>
          </a:p>
        </p:txBody>
      </p:sp>
      <p:pic>
        <p:nvPicPr>
          <p:cNvPr id="6" name="Picture 5" descr="A person wearing glasses and smiling&#10;&#10;Description automatically generated">
            <a:extLst>
              <a:ext uri="{FF2B5EF4-FFF2-40B4-BE49-F238E27FC236}">
                <a16:creationId xmlns:a16="http://schemas.microsoft.com/office/drawing/2014/main" id="{27AFEDFE-2D76-4047-C202-FA2115A30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0601" y="1461053"/>
            <a:ext cx="2145114" cy="2145114"/>
          </a:xfrm>
          <a:prstGeom prst="ellipse">
            <a:avLst/>
          </a:prstGeom>
        </p:spPr>
      </p:pic>
      <p:pic>
        <p:nvPicPr>
          <p:cNvPr id="8" name="Picture 7" descr="A person in a white suit standing on the moon with a flag&#10;&#10;Description automatically generated">
            <a:extLst>
              <a:ext uri="{FF2B5EF4-FFF2-40B4-BE49-F238E27FC236}">
                <a16:creationId xmlns:a16="http://schemas.microsoft.com/office/drawing/2014/main" id="{A5580779-8583-F0D7-F2EC-4BA755486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0601" y="4107678"/>
            <a:ext cx="2145114" cy="2145114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529754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B3B29-8368-79F3-617E-7506FA110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18E2CA-9405-DEE7-37EB-60593EE851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A28562-86E6-6E2A-EA2A-92ECE6CF7B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320000" cy="2682621"/>
          </a:xfrm>
        </p:spPr>
        <p:txBody>
          <a:bodyPr/>
          <a:lstStyle/>
          <a:p>
            <a:pPr lvl="1"/>
            <a:r>
              <a:rPr lang="en-GB" dirty="0"/>
              <a:t>You work as a </a:t>
            </a:r>
            <a:r>
              <a:rPr lang="en-GB" dirty="0">
                <a:solidFill>
                  <a:schemeClr val="accent1"/>
                </a:solidFill>
              </a:rPr>
              <a:t>Product Owner / Manager</a:t>
            </a:r>
          </a:p>
          <a:p>
            <a:pPr lvl="1"/>
            <a:r>
              <a:rPr lang="en-GB" dirty="0"/>
              <a:t>You have </a:t>
            </a:r>
            <a:r>
              <a:rPr lang="en-GB" dirty="0">
                <a:solidFill>
                  <a:schemeClr val="accent1"/>
                </a:solidFill>
              </a:rPr>
              <a:t>some, but not extensive </a:t>
            </a:r>
            <a:r>
              <a:rPr lang="en-GB" dirty="0"/>
              <a:t>experience with GenAI</a:t>
            </a:r>
          </a:p>
          <a:p>
            <a:pPr lvl="1"/>
            <a:r>
              <a:rPr lang="en-GB" dirty="0"/>
              <a:t>You want to </a:t>
            </a:r>
            <a:r>
              <a:rPr lang="en-GB" dirty="0">
                <a:solidFill>
                  <a:schemeClr val="accent1"/>
                </a:solidFill>
              </a:rPr>
              <a:t>reduce tasks that take up a lot of time </a:t>
            </a:r>
            <a:r>
              <a:rPr lang="en-GB" dirty="0"/>
              <a:t>and have little value so you can focus where you </a:t>
            </a:r>
            <a:r>
              <a:rPr lang="en-GB" dirty="0">
                <a:solidFill>
                  <a:schemeClr val="accent1"/>
                </a:solidFill>
              </a:rPr>
              <a:t>make the biggest impact – making decisions and delivering products 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38AF809-25A5-12BC-B571-50A61B4C7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0384009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332C8-B887-364C-6BE2-986BA4379A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AF833-DF6B-44A8-A484-96BBF263D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EB5B7-261D-7A7D-021F-B01838F204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4A2FA9-3C2B-9EC9-0DFF-F00259304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Our Approach</a:t>
            </a:r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B5A7DA-9D34-7DF3-AB84-E7F8114AD49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We will focus on </a:t>
            </a:r>
            <a:r>
              <a:rPr lang="en-DE" dirty="0">
                <a:solidFill>
                  <a:schemeClr val="accent1"/>
                </a:solidFill>
              </a:rPr>
              <a:t>use-cases</a:t>
            </a:r>
            <a:r>
              <a:rPr lang="en-DE" dirty="0"/>
              <a:t> to help you be more efficient</a:t>
            </a:r>
          </a:p>
          <a:p>
            <a:r>
              <a:rPr lang="en-DE" dirty="0"/>
              <a:t>We will learn techniques only as they support the use-cases</a:t>
            </a:r>
          </a:p>
          <a:p>
            <a:r>
              <a:rPr lang="en-DE" dirty="0"/>
              <a:t>This is a </a:t>
            </a:r>
            <a:r>
              <a:rPr lang="en-DE" dirty="0">
                <a:solidFill>
                  <a:schemeClr val="accent1"/>
                </a:solidFill>
              </a:rPr>
              <a:t>hands-on session </a:t>
            </a:r>
            <a:r>
              <a:rPr lang="en-DE" dirty="0"/>
              <a:t>– a lot of the time you’ll be working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7695617-B676-AB2E-EC63-511ACBCC0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916F0061-85EF-C966-8359-328B9ACA2D21}"/>
              </a:ext>
            </a:extLst>
          </p:cNvPr>
          <p:cNvSpPr txBox="1">
            <a:spLocks/>
          </p:cNvSpPr>
          <p:nvPr/>
        </p:nvSpPr>
        <p:spPr>
          <a:xfrm>
            <a:off x="590400" y="2352675"/>
            <a:ext cx="4320000" cy="26826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/>
              <a:t>You work as a </a:t>
            </a:r>
            <a:r>
              <a:rPr lang="en-GB">
                <a:solidFill>
                  <a:schemeClr val="accent1"/>
                </a:solidFill>
              </a:rPr>
              <a:t>Product Owner / Manager</a:t>
            </a:r>
          </a:p>
          <a:p>
            <a:pPr lvl="1"/>
            <a:r>
              <a:rPr lang="en-GB"/>
              <a:t>You have </a:t>
            </a:r>
            <a:r>
              <a:rPr lang="en-GB">
                <a:solidFill>
                  <a:schemeClr val="accent1"/>
                </a:solidFill>
              </a:rPr>
              <a:t>some, but not extensive </a:t>
            </a:r>
            <a:r>
              <a:rPr lang="en-GB"/>
              <a:t>experience with GenAI</a:t>
            </a:r>
          </a:p>
          <a:p>
            <a:pPr lvl="1"/>
            <a:r>
              <a:rPr lang="en-GB"/>
              <a:t>You want to </a:t>
            </a:r>
            <a:r>
              <a:rPr lang="en-GB">
                <a:solidFill>
                  <a:schemeClr val="accent1"/>
                </a:solidFill>
              </a:rPr>
              <a:t>reduce tasks that take up a lot of time </a:t>
            </a:r>
            <a:r>
              <a:rPr lang="en-GB"/>
              <a:t>and have little value so you can focus where you </a:t>
            </a:r>
            <a:r>
              <a:rPr lang="en-GB">
                <a:solidFill>
                  <a:schemeClr val="accent1"/>
                </a:solidFill>
              </a:rPr>
              <a:t>make the biggest impact – making decisions and delivering products </a:t>
            </a:r>
          </a:p>
          <a:p>
            <a:endParaRPr lang="en-DE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825305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98612-0AED-3507-3825-F57E4FE4A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322CA-164C-82BA-18C5-54A8B4D8A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3F72AA-301C-8386-0C65-655BC10B9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AC863B-473C-07B5-17A5-636A0CA1E1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Our Approach</a:t>
            </a:r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DEECD4-5225-A978-8CEB-0D71DD8C3B2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We will focus on </a:t>
            </a:r>
            <a:r>
              <a:rPr lang="en-DE" dirty="0">
                <a:solidFill>
                  <a:schemeClr val="accent1"/>
                </a:solidFill>
              </a:rPr>
              <a:t>use-cases</a:t>
            </a:r>
            <a:r>
              <a:rPr lang="en-DE" dirty="0"/>
              <a:t> to help you be more efficient</a:t>
            </a:r>
          </a:p>
          <a:p>
            <a:r>
              <a:rPr lang="en-DE" dirty="0"/>
              <a:t>We will learn techniques only as they support the use-cases</a:t>
            </a:r>
          </a:p>
          <a:p>
            <a:r>
              <a:rPr lang="en-DE" dirty="0"/>
              <a:t>This is a </a:t>
            </a:r>
            <a:r>
              <a:rPr lang="en-DE" dirty="0">
                <a:solidFill>
                  <a:schemeClr val="accent1"/>
                </a:solidFill>
              </a:rPr>
              <a:t>hands-on session </a:t>
            </a:r>
            <a:r>
              <a:rPr lang="en-DE" dirty="0"/>
              <a:t>– a lot of the time you’ll be working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E8E04C3-5C37-A331-9ADF-2BB622F50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0715B4-62F4-405F-F25A-676ACE55B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6</a:t>
            </a:fld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B3DAAAD-3B7A-CC9F-8AD0-14638FFCF62C}"/>
              </a:ext>
            </a:extLst>
          </p:cNvPr>
          <p:cNvSpPr/>
          <p:nvPr/>
        </p:nvSpPr>
        <p:spPr>
          <a:xfrm>
            <a:off x="10285169" y="2027375"/>
            <a:ext cx="1134000" cy="113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cap="rnd">
            <a:solidFill>
              <a:schemeClr val="accent2">
                <a:lumMod val="20000"/>
                <a:lumOff val="8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Expert</a:t>
            </a:r>
          </a:p>
        </p:txBody>
      </p:sp>
      <p:pic>
        <p:nvPicPr>
          <p:cNvPr id="10" name="Picture 9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2597C0FE-A81B-C820-FE7A-D9671D7FA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9159" y="1956680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731D1065-A630-047B-3A8A-36CFEA4652C2}"/>
              </a:ext>
            </a:extLst>
          </p:cNvPr>
          <p:cNvSpPr txBox="1">
            <a:spLocks/>
          </p:cNvSpPr>
          <p:nvPr/>
        </p:nvSpPr>
        <p:spPr>
          <a:xfrm>
            <a:off x="590400" y="2352675"/>
            <a:ext cx="4320000" cy="26826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/>
              <a:t>You work as a </a:t>
            </a:r>
            <a:r>
              <a:rPr lang="en-GB">
                <a:solidFill>
                  <a:schemeClr val="accent1"/>
                </a:solidFill>
              </a:rPr>
              <a:t>Product Owner / Manager</a:t>
            </a:r>
          </a:p>
          <a:p>
            <a:pPr lvl="1"/>
            <a:r>
              <a:rPr lang="en-GB"/>
              <a:t>You have </a:t>
            </a:r>
            <a:r>
              <a:rPr lang="en-GB">
                <a:solidFill>
                  <a:schemeClr val="accent1"/>
                </a:solidFill>
              </a:rPr>
              <a:t>some, but not extensive </a:t>
            </a:r>
            <a:r>
              <a:rPr lang="en-GB"/>
              <a:t>experience with GenAI</a:t>
            </a:r>
          </a:p>
          <a:p>
            <a:pPr lvl="1"/>
            <a:r>
              <a:rPr lang="en-GB"/>
              <a:t>You want to </a:t>
            </a:r>
            <a:r>
              <a:rPr lang="en-GB">
                <a:solidFill>
                  <a:schemeClr val="accent1"/>
                </a:solidFill>
              </a:rPr>
              <a:t>reduce tasks that take up a lot of time </a:t>
            </a:r>
            <a:r>
              <a:rPr lang="en-GB"/>
              <a:t>and have little value so you can focus where you </a:t>
            </a:r>
            <a:r>
              <a:rPr lang="en-GB">
                <a:solidFill>
                  <a:schemeClr val="accent1"/>
                </a:solidFill>
              </a:rPr>
              <a:t>make the biggest impact – making decisions and delivering products </a:t>
            </a:r>
          </a:p>
          <a:p>
            <a:endParaRPr lang="en-DE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4041483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7166B-825C-19F3-8A90-62684C370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ACCC4-F34B-8710-6A66-2F26456F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C73821-6792-4A33-E3E2-812C0D82A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1F1538-CF83-DFC0-8E90-AA15324887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Our Approach</a:t>
            </a:r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646FFF-EB8C-C979-4B97-2FA354D9CF2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We will focus on </a:t>
            </a:r>
            <a:r>
              <a:rPr lang="en-DE" dirty="0">
                <a:solidFill>
                  <a:schemeClr val="accent1"/>
                </a:solidFill>
              </a:rPr>
              <a:t>use-cases</a:t>
            </a:r>
            <a:r>
              <a:rPr lang="en-DE" dirty="0"/>
              <a:t> to help you be more efficient</a:t>
            </a:r>
          </a:p>
          <a:p>
            <a:r>
              <a:rPr lang="en-DE" dirty="0"/>
              <a:t>We will learn techniques only as they support the use-cases</a:t>
            </a:r>
          </a:p>
          <a:p>
            <a:r>
              <a:rPr lang="en-DE" dirty="0"/>
              <a:t>This is a </a:t>
            </a:r>
            <a:r>
              <a:rPr lang="en-DE" dirty="0">
                <a:solidFill>
                  <a:schemeClr val="accent1"/>
                </a:solidFill>
              </a:rPr>
              <a:t>hands-on session </a:t>
            </a:r>
            <a:r>
              <a:rPr lang="en-DE" dirty="0"/>
              <a:t>– a lot of the time you’ll be working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A57DBA-06C4-AF96-5219-05EE4125F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AA535AB-1751-C5D0-E20C-1F4F111F0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7</a:t>
            </a:fld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DC4CB9C-DD69-0FD7-B19F-D07669226805}"/>
              </a:ext>
            </a:extLst>
          </p:cNvPr>
          <p:cNvSpPr/>
          <p:nvPr/>
        </p:nvSpPr>
        <p:spPr>
          <a:xfrm>
            <a:off x="10285169" y="2027375"/>
            <a:ext cx="1134000" cy="113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cap="rnd">
            <a:solidFill>
              <a:schemeClr val="accent2">
                <a:lumMod val="20000"/>
                <a:lumOff val="8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Expert</a:t>
            </a:r>
          </a:p>
        </p:txBody>
      </p:sp>
      <p:pic>
        <p:nvPicPr>
          <p:cNvPr id="10" name="Picture 9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0BFE47F3-4A46-8C7B-B062-316808E238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1956680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190BDDCC-97C7-0F38-F19C-5C5B6B55BBE7}"/>
              </a:ext>
            </a:extLst>
          </p:cNvPr>
          <p:cNvSpPr/>
          <p:nvPr/>
        </p:nvSpPr>
        <p:spPr>
          <a:xfrm>
            <a:off x="10285169" y="3471787"/>
            <a:ext cx="1134000" cy="1134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cap="rnd"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Executive Assistant</a:t>
            </a:r>
          </a:p>
        </p:txBody>
      </p:sp>
      <p:pic>
        <p:nvPicPr>
          <p:cNvPr id="12" name="Picture 11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C977CB78-54BD-5334-D2ED-4EBF4062C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3419266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3C9EE15-9B04-79C8-4F5B-51334331E322}"/>
              </a:ext>
            </a:extLst>
          </p:cNvPr>
          <p:cNvSpPr txBox="1">
            <a:spLocks/>
          </p:cNvSpPr>
          <p:nvPr/>
        </p:nvSpPr>
        <p:spPr>
          <a:xfrm>
            <a:off x="590400" y="2352675"/>
            <a:ext cx="4320000" cy="26826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/>
              <a:t>You work as a </a:t>
            </a:r>
            <a:r>
              <a:rPr lang="en-GB">
                <a:solidFill>
                  <a:schemeClr val="accent1"/>
                </a:solidFill>
              </a:rPr>
              <a:t>Product Owner / Manager</a:t>
            </a:r>
          </a:p>
          <a:p>
            <a:pPr lvl="1"/>
            <a:r>
              <a:rPr lang="en-GB"/>
              <a:t>You have </a:t>
            </a:r>
            <a:r>
              <a:rPr lang="en-GB">
                <a:solidFill>
                  <a:schemeClr val="accent1"/>
                </a:solidFill>
              </a:rPr>
              <a:t>some, but not extensive </a:t>
            </a:r>
            <a:r>
              <a:rPr lang="en-GB"/>
              <a:t>experience with GenAI</a:t>
            </a:r>
          </a:p>
          <a:p>
            <a:pPr lvl="1"/>
            <a:r>
              <a:rPr lang="en-GB"/>
              <a:t>You want to </a:t>
            </a:r>
            <a:r>
              <a:rPr lang="en-GB">
                <a:solidFill>
                  <a:schemeClr val="accent1"/>
                </a:solidFill>
              </a:rPr>
              <a:t>reduce tasks that take up a lot of time </a:t>
            </a:r>
            <a:r>
              <a:rPr lang="en-GB"/>
              <a:t>and have little value so you can focus where you </a:t>
            </a:r>
            <a:r>
              <a:rPr lang="en-GB">
                <a:solidFill>
                  <a:schemeClr val="accent1"/>
                </a:solidFill>
              </a:rPr>
              <a:t>make the biggest impact – making decisions and delivering products </a:t>
            </a:r>
          </a:p>
          <a:p>
            <a:endParaRPr lang="en-DE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94078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4BABE-3D5D-02E5-736C-729CBD072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6F61C-1346-2754-6069-2AEF9705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Workshop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BEB792-2B7E-F4B0-121B-8D9317558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Who the Workshop Was Designed For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93D094-FD2D-6720-281B-E7AFBA2106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DE" dirty="0"/>
              <a:t>Our Approach</a:t>
            </a:r>
          </a:p>
          <a:p>
            <a:endParaRPr lang="en-DE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B5DBA83-8D7C-69DD-8EBB-90199B6CA9D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DE" dirty="0"/>
              <a:t>We will focus on </a:t>
            </a:r>
            <a:r>
              <a:rPr lang="en-DE" dirty="0">
                <a:solidFill>
                  <a:schemeClr val="accent1"/>
                </a:solidFill>
              </a:rPr>
              <a:t>use-cases</a:t>
            </a:r>
            <a:r>
              <a:rPr lang="en-DE" dirty="0"/>
              <a:t> to help you be more efficient</a:t>
            </a:r>
          </a:p>
          <a:p>
            <a:r>
              <a:rPr lang="en-DE" dirty="0"/>
              <a:t>We will learn techniques only as they support the use-cases</a:t>
            </a:r>
          </a:p>
          <a:p>
            <a:r>
              <a:rPr lang="en-DE" dirty="0"/>
              <a:t>This is a </a:t>
            </a:r>
            <a:r>
              <a:rPr lang="en-DE" dirty="0">
                <a:solidFill>
                  <a:schemeClr val="accent1"/>
                </a:solidFill>
              </a:rPr>
              <a:t>hands-on session </a:t>
            </a:r>
            <a:r>
              <a:rPr lang="en-DE" dirty="0"/>
              <a:t>– a lot of the time you’ll be working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DABB3A2-26EC-41D0-C4C2-306FED92A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D81338A-A790-AD6A-7C97-E62F241193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8</a:t>
            </a:fld>
            <a:endParaRPr lang="da-DK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A80E24F-AF7E-0F19-EA02-A48E7108BB77}"/>
              </a:ext>
            </a:extLst>
          </p:cNvPr>
          <p:cNvSpPr/>
          <p:nvPr/>
        </p:nvSpPr>
        <p:spPr>
          <a:xfrm>
            <a:off x="10285169" y="2027375"/>
            <a:ext cx="1134000" cy="1134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cap="rnd">
            <a:solidFill>
              <a:schemeClr val="accent2">
                <a:lumMod val="20000"/>
                <a:lumOff val="8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Expert</a:t>
            </a:r>
          </a:p>
        </p:txBody>
      </p:sp>
      <p:pic>
        <p:nvPicPr>
          <p:cNvPr id="10" name="Picture 9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4A8F5E7E-4535-2A7D-8947-2086E26385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1956680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05451B2A-DBC5-9C44-8516-D18FDAF7FD84}"/>
              </a:ext>
            </a:extLst>
          </p:cNvPr>
          <p:cNvSpPr/>
          <p:nvPr/>
        </p:nvSpPr>
        <p:spPr>
          <a:xfrm>
            <a:off x="10285169" y="3471787"/>
            <a:ext cx="1134000" cy="1134000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cap="rnd">
            <a:solidFill>
              <a:schemeClr val="accent2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Executive Assistant</a:t>
            </a:r>
          </a:p>
        </p:txBody>
      </p:sp>
      <p:pic>
        <p:nvPicPr>
          <p:cNvPr id="12" name="Picture 11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7369A30D-927C-4E09-CF0C-2B97BE39E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3419266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7254674E-5718-C964-9F08-0A5BA2BEB1C0}"/>
              </a:ext>
            </a:extLst>
          </p:cNvPr>
          <p:cNvSpPr/>
          <p:nvPr/>
        </p:nvSpPr>
        <p:spPr>
          <a:xfrm>
            <a:off x="10325292" y="4916199"/>
            <a:ext cx="1134000" cy="113400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cap="rnd">
            <a:solidFill>
              <a:schemeClr val="accent2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r>
              <a:rPr lang="en-DE" sz="1100" dirty="0">
                <a:solidFill>
                  <a:schemeClr val="tx1"/>
                </a:solidFill>
              </a:rPr>
              <a:t>The Researcher</a:t>
            </a:r>
          </a:p>
        </p:txBody>
      </p:sp>
      <p:pic>
        <p:nvPicPr>
          <p:cNvPr id="14" name="Picture 13" descr="A white robot with a smile on a black circle&#10;&#10;Description automatically generated">
            <a:extLst>
              <a:ext uri="{FF2B5EF4-FFF2-40B4-BE49-F238E27FC236}">
                <a16:creationId xmlns:a16="http://schemas.microsoft.com/office/drawing/2014/main" id="{9571973E-F916-A1A4-4C81-24FA166A1C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9159" y="4881852"/>
            <a:ext cx="473130" cy="473130"/>
          </a:xfrm>
          <a:prstGeom prst="ellipse">
            <a:avLst/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EA4E8CD-5784-A74E-27B5-A89C288CE79A}"/>
              </a:ext>
            </a:extLst>
          </p:cNvPr>
          <p:cNvSpPr txBox="1">
            <a:spLocks/>
          </p:cNvSpPr>
          <p:nvPr/>
        </p:nvSpPr>
        <p:spPr>
          <a:xfrm>
            <a:off x="590400" y="2352675"/>
            <a:ext cx="4320000" cy="26826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Symbol" panose="05050102010706020507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/>
            <a:r>
              <a:rPr lang="en-GB"/>
              <a:t>You work as a </a:t>
            </a:r>
            <a:r>
              <a:rPr lang="en-GB">
                <a:solidFill>
                  <a:schemeClr val="accent1"/>
                </a:solidFill>
              </a:rPr>
              <a:t>Product Owner / Manager</a:t>
            </a:r>
          </a:p>
          <a:p>
            <a:pPr lvl="1"/>
            <a:r>
              <a:rPr lang="en-GB"/>
              <a:t>You have </a:t>
            </a:r>
            <a:r>
              <a:rPr lang="en-GB">
                <a:solidFill>
                  <a:schemeClr val="accent1"/>
                </a:solidFill>
              </a:rPr>
              <a:t>some, but not extensive </a:t>
            </a:r>
            <a:r>
              <a:rPr lang="en-GB"/>
              <a:t>experience with GenAI</a:t>
            </a:r>
          </a:p>
          <a:p>
            <a:pPr lvl="1"/>
            <a:r>
              <a:rPr lang="en-GB"/>
              <a:t>You want to </a:t>
            </a:r>
            <a:r>
              <a:rPr lang="en-GB">
                <a:solidFill>
                  <a:schemeClr val="accent1"/>
                </a:solidFill>
              </a:rPr>
              <a:t>reduce tasks that take up a lot of time </a:t>
            </a:r>
            <a:r>
              <a:rPr lang="en-GB"/>
              <a:t>and have little value so you can focus where you </a:t>
            </a:r>
            <a:r>
              <a:rPr lang="en-GB">
                <a:solidFill>
                  <a:schemeClr val="accent1"/>
                </a:solidFill>
              </a:rPr>
              <a:t>make the biggest impact – making decisions and delivering products </a:t>
            </a:r>
          </a:p>
          <a:p>
            <a:endParaRPr lang="en-DE"/>
          </a:p>
          <a:p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318111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0BD81-7D82-6DB5-504E-473D379E1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3B928-6B46-C7BD-BD1C-08429020A6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Capabilities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AF3A31-C666-8B5F-B8D6-BEDF263A85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What Language Models Excel 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511B67-E39B-F6ED-C41D-74A3A6D5F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642000" cy="3709723"/>
          </a:xfrm>
        </p:spPr>
        <p:txBody>
          <a:bodyPr/>
          <a:lstStyle/>
          <a:p>
            <a:pPr lvl="1"/>
            <a:r>
              <a:rPr lang="en-GB" b="1" dirty="0">
                <a:solidFill>
                  <a:schemeClr val="accent1"/>
                </a:solidFill>
              </a:rPr>
              <a:t>Generating text</a:t>
            </a:r>
          </a:p>
          <a:p>
            <a:pPr lvl="2"/>
            <a:r>
              <a:rPr lang="en-GB" dirty="0"/>
              <a:t>Writing documents or code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Summarising text</a:t>
            </a:r>
          </a:p>
          <a:p>
            <a:pPr lvl="2"/>
            <a:r>
              <a:rPr lang="en-GB" dirty="0"/>
              <a:t>Research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Reasoning (Limited)</a:t>
            </a:r>
          </a:p>
          <a:p>
            <a:pPr lvl="2"/>
            <a:r>
              <a:rPr lang="en-GB" dirty="0"/>
              <a:t>Data processing (e.g. classification)</a:t>
            </a:r>
          </a:p>
          <a:p>
            <a:pPr lvl="2"/>
            <a:r>
              <a:rPr lang="en-GB" dirty="0"/>
              <a:t>Planning and ideation with or without data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Information retrieval*</a:t>
            </a:r>
          </a:p>
          <a:p>
            <a:pPr lvl="2"/>
            <a:r>
              <a:rPr lang="en-GB" dirty="0"/>
              <a:t>Semantic (meaning-based) search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AA8BD27-4D58-7205-4E82-1878E3919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4C2150-E00A-2868-65F9-A7783E22E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9</a:t>
            </a:fld>
            <a:endParaRPr lang="da-DK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FBA594-583B-0EFD-7E2B-F723003E4165}"/>
              </a:ext>
            </a:extLst>
          </p:cNvPr>
          <p:cNvGrpSpPr/>
          <p:nvPr/>
        </p:nvGrpSpPr>
        <p:grpSpPr>
          <a:xfrm>
            <a:off x="3729560" y="1952625"/>
            <a:ext cx="390462" cy="139869"/>
            <a:chOff x="3716000" y="1715588"/>
            <a:chExt cx="733281" cy="2310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F8426B3-B042-F055-5ADC-0EA6CC091172}"/>
                </a:ext>
              </a:extLst>
            </p:cNvPr>
            <p:cNvSpPr/>
            <p:nvPr/>
          </p:nvSpPr>
          <p:spPr>
            <a:xfrm rot="2660420">
              <a:off x="3716000" y="1800462"/>
              <a:ext cx="367906" cy="146156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144000" rIns="14400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108000" indent="-108000" algn="l" fontAlgn="base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DE" sz="1200" kern="800" spc="-8" dirty="0">
                <a:ea typeface="Inter" panose="020B050203000000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0D2337A-F08A-2C63-5649-310EA8932E17}"/>
                </a:ext>
              </a:extLst>
            </p:cNvPr>
            <p:cNvSpPr/>
            <p:nvPr/>
          </p:nvSpPr>
          <p:spPr>
            <a:xfrm rot="18992514">
              <a:off x="3848533" y="1715588"/>
              <a:ext cx="600748" cy="146156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144000" rIns="14400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108000" indent="-108000" algn="l" fontAlgn="base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DE" sz="1200" kern="800" spc="-8" dirty="0">
                <a:ea typeface="Inter" panose="020B05020300000000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2E69BE69-94C0-90E5-AF37-57A2340D7158}"/>
              </a:ext>
            </a:extLst>
          </p:cNvPr>
          <p:cNvSpPr txBox="1"/>
          <p:nvPr/>
        </p:nvSpPr>
        <p:spPr>
          <a:xfrm>
            <a:off x="590398" y="6057900"/>
            <a:ext cx="6749186" cy="3100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DE" sz="1000" dirty="0"/>
              <a:t>*This is not specific to recent LLMs, but has been popularised recently</a:t>
            </a:r>
          </a:p>
        </p:txBody>
      </p:sp>
    </p:spTree>
    <p:extLst>
      <p:ext uri="{BB962C8B-B14F-4D97-AF65-F5344CB8AC3E}">
        <p14:creationId xmlns:p14="http://schemas.microsoft.com/office/powerpoint/2010/main" val="3354499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B3F69-6CA8-9AF6-C768-720F0D4E9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9C303-A954-40C4-B35C-983292A4BF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Capabilities and Drawbacks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CCB0E2-0A54-E7DB-70E9-867DB438A0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What Language Models Excel At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65CDD0-64B5-B6F7-8C28-C2F9FD784B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400" y="2352675"/>
            <a:ext cx="4642000" cy="3709723"/>
          </a:xfrm>
        </p:spPr>
        <p:txBody>
          <a:bodyPr/>
          <a:lstStyle/>
          <a:p>
            <a:pPr lvl="1"/>
            <a:r>
              <a:rPr lang="en-GB" b="1" dirty="0">
                <a:solidFill>
                  <a:schemeClr val="accent1"/>
                </a:solidFill>
              </a:rPr>
              <a:t>Generating text</a:t>
            </a:r>
          </a:p>
          <a:p>
            <a:pPr lvl="2"/>
            <a:r>
              <a:rPr lang="en-GB" dirty="0"/>
              <a:t>Writing documents or code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Summarising text</a:t>
            </a:r>
          </a:p>
          <a:p>
            <a:pPr lvl="2"/>
            <a:r>
              <a:rPr lang="en-GB" dirty="0"/>
              <a:t>Research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Reasoning (Limited)</a:t>
            </a:r>
          </a:p>
          <a:p>
            <a:pPr lvl="2"/>
            <a:r>
              <a:rPr lang="en-GB" dirty="0"/>
              <a:t>Data processing (e.g. classification)</a:t>
            </a:r>
          </a:p>
          <a:p>
            <a:pPr lvl="2"/>
            <a:r>
              <a:rPr lang="en-GB" dirty="0"/>
              <a:t>Planning and ideation with or without data</a:t>
            </a:r>
          </a:p>
          <a:p>
            <a:pPr lvl="1"/>
            <a:r>
              <a:rPr lang="en-GB" b="1" dirty="0">
                <a:solidFill>
                  <a:schemeClr val="accent1"/>
                </a:solidFill>
              </a:rPr>
              <a:t>Information retrieval*</a:t>
            </a:r>
          </a:p>
          <a:p>
            <a:pPr lvl="2"/>
            <a:r>
              <a:rPr lang="en-GB" dirty="0"/>
              <a:t>Semantic (meaning-based) search</a:t>
            </a:r>
          </a:p>
          <a:p>
            <a:endParaRPr lang="en-DE" dirty="0"/>
          </a:p>
          <a:p>
            <a:endParaRPr lang="en-D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A24F76-2199-20FE-C001-C45468009F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1954800"/>
            <a:ext cx="4320000" cy="251999"/>
          </a:xfrm>
        </p:spPr>
        <p:txBody>
          <a:bodyPr/>
          <a:lstStyle/>
          <a:p>
            <a:r>
              <a:rPr lang="en-DE" dirty="0"/>
              <a:t>What We Need to Watch Out For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7BC602-903B-3F1E-9433-8A1F8AE399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2352675"/>
            <a:ext cx="4320000" cy="3709724"/>
          </a:xfrm>
        </p:spPr>
        <p:txBody>
          <a:bodyPr/>
          <a:lstStyle/>
          <a:p>
            <a:r>
              <a:rPr lang="en-DE" dirty="0"/>
              <a:t>Language models give convincing answers – even when they aren’t real</a:t>
            </a:r>
          </a:p>
          <a:p>
            <a:r>
              <a:rPr lang="en-DE" dirty="0"/>
              <a:t>This is called </a:t>
            </a:r>
            <a:r>
              <a:rPr lang="en-DE" dirty="0">
                <a:solidFill>
                  <a:schemeClr val="accent1"/>
                </a:solidFill>
              </a:rPr>
              <a:t>hallucination</a:t>
            </a:r>
          </a:p>
          <a:p>
            <a:r>
              <a:rPr lang="en-DE" dirty="0"/>
              <a:t>Language models are </a:t>
            </a:r>
            <a:r>
              <a:rPr lang="en-DE" dirty="0">
                <a:solidFill>
                  <a:schemeClr val="accent1"/>
                </a:solidFill>
              </a:rPr>
              <a:t>tools</a:t>
            </a:r>
            <a:r>
              <a:rPr lang="en-DE" dirty="0"/>
              <a:t>, not replacements for people </a:t>
            </a:r>
          </a:p>
          <a:p>
            <a:r>
              <a:rPr lang="en-DE" dirty="0"/>
              <a:t>Limited to knowledge in its training data which may not be relevant or true any more</a:t>
            </a:r>
          </a:p>
          <a:p>
            <a:r>
              <a:rPr lang="en-DE" dirty="0">
                <a:solidFill>
                  <a:schemeClr val="accent1"/>
                </a:solidFill>
              </a:rPr>
              <a:t>Responses are not always the same </a:t>
            </a:r>
            <a:r>
              <a:rPr lang="en-DE" dirty="0"/>
              <a:t>– even for the same input</a:t>
            </a:r>
          </a:p>
          <a:p>
            <a:pPr marL="0" indent="0">
              <a:buNone/>
            </a:pPr>
            <a:endParaRPr lang="en-DE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9FEFC9-06DC-CE0B-DEF6-BB6A51ED6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E6E159-BAE6-4742-4FAD-3B8A09B10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10</a:t>
            </a:fld>
            <a:endParaRPr lang="da-DK"/>
          </a:p>
        </p:txBody>
      </p:sp>
      <p:sp>
        <p:nvSpPr>
          <p:cNvPr id="16" name="Multiply 15">
            <a:extLst>
              <a:ext uri="{FF2B5EF4-FFF2-40B4-BE49-F238E27FC236}">
                <a16:creationId xmlns:a16="http://schemas.microsoft.com/office/drawing/2014/main" id="{5CEE74B6-F1EE-FA5C-F84C-5E0FD23EBBD3}"/>
              </a:ext>
            </a:extLst>
          </p:cNvPr>
          <p:cNvSpPr/>
          <p:nvPr/>
        </p:nvSpPr>
        <p:spPr>
          <a:xfrm>
            <a:off x="9302496" y="1833740"/>
            <a:ext cx="390462" cy="426767"/>
          </a:xfrm>
          <a:prstGeom prst="mathMultiply">
            <a:avLst/>
          </a:prstGeom>
          <a:solidFill>
            <a:schemeClr val="accent1">
              <a:lumMod val="75000"/>
            </a:schemeClr>
          </a:solidFill>
          <a:ln w="63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44000" tIns="144000" rIns="144000" bIns="144000" numCol="1" rtlCol="0" anchor="t" anchorCtr="0" compatLnSpc="1">
            <a:prstTxWarp prst="textNoShape">
              <a:avLst/>
            </a:prstTxWarp>
          </a:bodyPr>
          <a:lstStyle/>
          <a:p>
            <a:pPr marL="108000" indent="-108000" algn="l" fontAlgn="base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DE" sz="1200" kern="800" spc="-8" dirty="0"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3F22B59-1A1F-505A-CEC6-15FA5435BA9D}"/>
              </a:ext>
            </a:extLst>
          </p:cNvPr>
          <p:cNvGrpSpPr/>
          <p:nvPr/>
        </p:nvGrpSpPr>
        <p:grpSpPr>
          <a:xfrm>
            <a:off x="3729560" y="1952625"/>
            <a:ext cx="390462" cy="139869"/>
            <a:chOff x="3716000" y="1715588"/>
            <a:chExt cx="733281" cy="231030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E87042F2-F367-206F-FC71-480578A55D6B}"/>
                </a:ext>
              </a:extLst>
            </p:cNvPr>
            <p:cNvSpPr/>
            <p:nvPr/>
          </p:nvSpPr>
          <p:spPr>
            <a:xfrm rot="2660420">
              <a:off x="3716000" y="1800462"/>
              <a:ext cx="367906" cy="146156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144000" rIns="14400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108000" indent="-108000" algn="l" fontAlgn="base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DE" sz="1200" kern="800" spc="-8" dirty="0">
                <a:ea typeface="Inter" panose="020B05020300000000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5B95D3E4-09D1-9D03-8007-A72B5C07FF6C}"/>
                </a:ext>
              </a:extLst>
            </p:cNvPr>
            <p:cNvSpPr/>
            <p:nvPr/>
          </p:nvSpPr>
          <p:spPr>
            <a:xfrm rot="18992514">
              <a:off x="3848533" y="1715588"/>
              <a:ext cx="600748" cy="146156"/>
            </a:xfrm>
            <a:prstGeom prst="rect">
              <a:avLst/>
            </a:prstGeom>
            <a:solidFill>
              <a:srgbClr val="00B050"/>
            </a:solidFill>
            <a:ln w="6350" cap="flat" cmpd="sng" algn="ctr">
              <a:solidFill>
                <a:srgbClr val="00B05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144000" tIns="144000" rIns="144000" bIns="144000" numCol="1" rtlCol="0" anchor="t" anchorCtr="0" compatLnSpc="1">
              <a:prstTxWarp prst="textNoShape">
                <a:avLst/>
              </a:prstTxWarp>
            </a:bodyPr>
            <a:lstStyle/>
            <a:p>
              <a:pPr marL="108000" indent="-108000" algn="l" fontAlgn="base">
                <a:buClr>
                  <a:schemeClr val="tx1"/>
                </a:buClr>
                <a:buFont typeface="Arial" panose="020B0604020202020204" pitchFamily="34" charset="0"/>
                <a:buChar char="•"/>
              </a:pPr>
              <a:endParaRPr lang="en-DE" sz="1200" kern="800" spc="-8" dirty="0">
                <a:ea typeface="Inter" panose="020B05020300000000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BBC0B787-2EFC-3B63-EFA8-4B3EB0E718B5}"/>
              </a:ext>
            </a:extLst>
          </p:cNvPr>
          <p:cNvSpPr txBox="1"/>
          <p:nvPr/>
        </p:nvSpPr>
        <p:spPr>
          <a:xfrm>
            <a:off x="590398" y="6057900"/>
            <a:ext cx="6749186" cy="31005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</a:pPr>
            <a:r>
              <a:rPr lang="en-DE" sz="1000" dirty="0"/>
              <a:t>*This is not specific to recent LLMs, but has been popularised recently</a:t>
            </a:r>
          </a:p>
        </p:txBody>
      </p:sp>
    </p:spTree>
    <p:extLst>
      <p:ext uri="{BB962C8B-B14F-4D97-AF65-F5344CB8AC3E}">
        <p14:creationId xmlns:p14="http://schemas.microsoft.com/office/powerpoint/2010/main" val="745733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222DD3-F1BC-629B-C44F-6BE2293D3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63" y="2215806"/>
            <a:ext cx="10009933" cy="37158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13ACE0-EC6A-8B77-184D-89FEC4790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Browser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2547CF-6662-8FD6-8716-46D7395AD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31AA69-6457-25C2-247F-47CE52F73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11</a:t>
            </a:fld>
            <a:endParaRPr lang="da-DK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AA23A3-7106-320B-E1D8-D6BE3847CFD1}"/>
              </a:ext>
            </a:extLst>
          </p:cNvPr>
          <p:cNvSpPr txBox="1"/>
          <p:nvPr/>
        </p:nvSpPr>
        <p:spPr>
          <a:xfrm>
            <a:off x="4538465" y="1388053"/>
            <a:ext cx="1969022" cy="450376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400" dirty="0"/>
              <a:t>Content and Instructions webpage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103B52D-FA4F-F694-D275-9223253F3B49}"/>
              </a:ext>
            </a:extLst>
          </p:cNvPr>
          <p:cNvSpPr txBox="1"/>
          <p:nvPr/>
        </p:nvSpPr>
        <p:spPr>
          <a:xfrm>
            <a:off x="2672971" y="1433513"/>
            <a:ext cx="1435733" cy="293953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400" dirty="0"/>
              <a:t>Copilot 365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CF31FD4-F13B-94F9-CC02-C1B9D5F3D24E}"/>
              </a:ext>
            </a:extLst>
          </p:cNvPr>
          <p:cNvCxnSpPr>
            <a:cxnSpLocks/>
            <a:stCxn id="32" idx="0"/>
            <a:endCxn id="13" idx="2"/>
          </p:cNvCxnSpPr>
          <p:nvPr/>
        </p:nvCxnSpPr>
        <p:spPr>
          <a:xfrm flipV="1">
            <a:off x="2672972" y="1727466"/>
            <a:ext cx="717866" cy="51414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556DD0-4A91-31D9-D05C-DBCB15B12BFC}"/>
              </a:ext>
            </a:extLst>
          </p:cNvPr>
          <p:cNvCxnSpPr>
            <a:cxnSpLocks/>
            <a:stCxn id="31" idx="0"/>
            <a:endCxn id="12" idx="2"/>
          </p:cNvCxnSpPr>
          <p:nvPr/>
        </p:nvCxnSpPr>
        <p:spPr>
          <a:xfrm flipV="1">
            <a:off x="4506258" y="1838429"/>
            <a:ext cx="1016718" cy="4031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34B0FABB-900C-DA26-FDC9-B80A93DE2295}"/>
              </a:ext>
            </a:extLst>
          </p:cNvPr>
          <p:cNvSpPr/>
          <p:nvPr/>
        </p:nvSpPr>
        <p:spPr>
          <a:xfrm>
            <a:off x="3489540" y="2241609"/>
            <a:ext cx="2033436" cy="293953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29D7DE2-1E14-D677-B0F3-5ECD46362D43}"/>
              </a:ext>
            </a:extLst>
          </p:cNvPr>
          <p:cNvSpPr/>
          <p:nvPr/>
        </p:nvSpPr>
        <p:spPr>
          <a:xfrm>
            <a:off x="1856403" y="2241609"/>
            <a:ext cx="1633137" cy="293953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07486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82CA0-8BB1-722C-AD6B-1B565BFDD0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DC8934B-D971-2D03-6AE9-CAEF03CDD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89" y="1523392"/>
            <a:ext cx="9011988" cy="44190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6BC9D6-3EC5-4DD8-8D46-20F660F0F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Overview of the MS365 Copilot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3086CD-8FFF-9EFC-DF63-4E3CC8F398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4FF130-9F07-B561-4E2A-03EF0034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12</a:t>
            </a:fld>
            <a:endParaRPr lang="da-DK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05ABC4-1A64-DF76-D65B-F022F16CE120}"/>
              </a:ext>
            </a:extLst>
          </p:cNvPr>
          <p:cNvSpPr txBox="1"/>
          <p:nvPr/>
        </p:nvSpPr>
        <p:spPr>
          <a:xfrm>
            <a:off x="663732" y="5023589"/>
            <a:ext cx="1529904" cy="450376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User message window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6E916A-F8EA-B484-DA36-EF3C2FBB9D03}"/>
              </a:ext>
            </a:extLst>
          </p:cNvPr>
          <p:cNvSpPr/>
          <p:nvPr/>
        </p:nvSpPr>
        <p:spPr>
          <a:xfrm>
            <a:off x="7425367" y="5516779"/>
            <a:ext cx="231210" cy="26172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D7D9C67-1D9D-BF9D-1B76-393A5DF5FFB6}"/>
              </a:ext>
            </a:extLst>
          </p:cNvPr>
          <p:cNvSpPr/>
          <p:nvPr/>
        </p:nvSpPr>
        <p:spPr>
          <a:xfrm>
            <a:off x="2612961" y="5035640"/>
            <a:ext cx="4437193" cy="71736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D1F85E-C469-EC58-1695-08A136103FBD}"/>
              </a:ext>
            </a:extLst>
          </p:cNvPr>
          <p:cNvSpPr txBox="1"/>
          <p:nvPr/>
        </p:nvSpPr>
        <p:spPr>
          <a:xfrm>
            <a:off x="3387666" y="1104990"/>
            <a:ext cx="1745166" cy="262533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Toggle between ”Work” and “Web”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AF75C8F-358A-88A4-2920-3881E70DC9D4}"/>
              </a:ext>
            </a:extLst>
          </p:cNvPr>
          <p:cNvCxnSpPr>
            <a:cxnSpLocks/>
            <a:stCxn id="19" idx="3"/>
            <a:endCxn id="21" idx="2"/>
          </p:cNvCxnSpPr>
          <p:nvPr/>
        </p:nvCxnSpPr>
        <p:spPr>
          <a:xfrm flipV="1">
            <a:off x="8058562" y="4388427"/>
            <a:ext cx="170388" cy="5372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CB293A3-7839-46FD-9C57-DD124001B53B}"/>
              </a:ext>
            </a:extLst>
          </p:cNvPr>
          <p:cNvCxnSpPr>
            <a:cxnSpLocks/>
          </p:cNvCxnSpPr>
          <p:nvPr/>
        </p:nvCxnSpPr>
        <p:spPr>
          <a:xfrm flipH="1" flipV="1">
            <a:off x="1619689" y="5248777"/>
            <a:ext cx="993272" cy="8583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FD8662F3-FB88-0C19-82B3-C54F27002559}"/>
              </a:ext>
            </a:extLst>
          </p:cNvPr>
          <p:cNvSpPr/>
          <p:nvPr/>
        </p:nvSpPr>
        <p:spPr>
          <a:xfrm>
            <a:off x="7170029" y="1920129"/>
            <a:ext cx="767906" cy="26172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D07CE7-8985-6434-53FF-A7AE187CD45B}"/>
              </a:ext>
            </a:extLst>
          </p:cNvPr>
          <p:cNvSpPr/>
          <p:nvPr/>
        </p:nvSpPr>
        <p:spPr>
          <a:xfrm>
            <a:off x="7290816" y="4794844"/>
            <a:ext cx="767746" cy="26172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394061-B3AC-0D1E-1C40-CEC4987F0F6E}"/>
              </a:ext>
            </a:extLst>
          </p:cNvPr>
          <p:cNvSpPr txBox="1"/>
          <p:nvPr/>
        </p:nvSpPr>
        <p:spPr>
          <a:xfrm>
            <a:off x="7642971" y="4126698"/>
            <a:ext cx="1171957" cy="261729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Saved prompts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837C24B-DCF9-B7E6-11B3-C1B05B365323}"/>
              </a:ext>
            </a:extLst>
          </p:cNvPr>
          <p:cNvCxnSpPr>
            <a:cxnSpLocks/>
            <a:stCxn id="9" idx="3"/>
            <a:endCxn id="26" idx="1"/>
          </p:cNvCxnSpPr>
          <p:nvPr/>
        </p:nvCxnSpPr>
        <p:spPr>
          <a:xfrm flipV="1">
            <a:off x="7656577" y="5490478"/>
            <a:ext cx="1303262" cy="15716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C90045FE-986D-1B6D-91B0-2626BAE293A1}"/>
              </a:ext>
            </a:extLst>
          </p:cNvPr>
          <p:cNvSpPr txBox="1"/>
          <p:nvPr/>
        </p:nvSpPr>
        <p:spPr>
          <a:xfrm>
            <a:off x="8959839" y="5392308"/>
            <a:ext cx="2047051" cy="196339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Attach a file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6CE6DE2C-DF5C-50B3-AA02-8E890041E11B}"/>
              </a:ext>
            </a:extLst>
          </p:cNvPr>
          <p:cNvCxnSpPr>
            <a:cxnSpLocks/>
            <a:stCxn id="25" idx="0"/>
          </p:cNvCxnSpPr>
          <p:nvPr/>
        </p:nvCxnSpPr>
        <p:spPr>
          <a:xfrm flipH="1" flipV="1">
            <a:off x="7290816" y="1316064"/>
            <a:ext cx="263166" cy="60406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2A4BD542-FCE3-70E7-FB61-8594D889761A}"/>
              </a:ext>
            </a:extLst>
          </p:cNvPr>
          <p:cNvSpPr/>
          <p:nvPr/>
        </p:nvSpPr>
        <p:spPr>
          <a:xfrm>
            <a:off x="4848446" y="1952625"/>
            <a:ext cx="1040289" cy="261729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CC671F6-F865-DB13-A45D-E8CFD4CC634E}"/>
              </a:ext>
            </a:extLst>
          </p:cNvPr>
          <p:cNvCxnSpPr>
            <a:cxnSpLocks/>
            <a:stCxn id="33" idx="0"/>
          </p:cNvCxnSpPr>
          <p:nvPr/>
        </p:nvCxnSpPr>
        <p:spPr>
          <a:xfrm flipH="1" flipV="1">
            <a:off x="4741621" y="1349837"/>
            <a:ext cx="626970" cy="60278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205432CD-9C69-DD9C-B16B-207B62B8179B}"/>
              </a:ext>
            </a:extLst>
          </p:cNvPr>
          <p:cNvSpPr/>
          <p:nvPr/>
        </p:nvSpPr>
        <p:spPr>
          <a:xfrm>
            <a:off x="2684962" y="5318093"/>
            <a:ext cx="811936" cy="270554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8ED31C29-7C23-EDBF-3FDC-A27F4DB499BF}"/>
              </a:ext>
            </a:extLst>
          </p:cNvPr>
          <p:cNvCxnSpPr>
            <a:cxnSpLocks/>
            <a:stCxn id="40" idx="1"/>
          </p:cNvCxnSpPr>
          <p:nvPr/>
        </p:nvCxnSpPr>
        <p:spPr>
          <a:xfrm flipH="1">
            <a:off x="2193636" y="5453370"/>
            <a:ext cx="491326" cy="19309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9CF93AB6-5047-2215-EB83-A3E2D043D451}"/>
              </a:ext>
            </a:extLst>
          </p:cNvPr>
          <p:cNvSpPr txBox="1"/>
          <p:nvPr/>
        </p:nvSpPr>
        <p:spPr>
          <a:xfrm>
            <a:off x="1111457" y="5569061"/>
            <a:ext cx="2047051" cy="196339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Attach a 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C7E48D1-C92E-0176-EC97-159706024765}"/>
              </a:ext>
            </a:extLst>
          </p:cNvPr>
          <p:cNvSpPr txBox="1"/>
          <p:nvPr/>
        </p:nvSpPr>
        <p:spPr>
          <a:xfrm>
            <a:off x="6829768" y="1075835"/>
            <a:ext cx="1171957" cy="261729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Start a new chat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9E584A5-7133-EFB2-D545-5008D3F2AE44}"/>
              </a:ext>
            </a:extLst>
          </p:cNvPr>
          <p:cNvSpPr/>
          <p:nvPr/>
        </p:nvSpPr>
        <p:spPr>
          <a:xfrm>
            <a:off x="8845115" y="3863044"/>
            <a:ext cx="1665954" cy="896700"/>
          </a:xfrm>
          <a:prstGeom prst="rect">
            <a:avLst/>
          </a:prstGeom>
          <a:solidFill>
            <a:schemeClr val="accent1">
              <a:alpha val="12941"/>
            </a:schemeClr>
          </a:solidFill>
          <a:ln w="19050" cap="rnd">
            <a:solidFill>
              <a:schemeClr val="accent1"/>
            </a:solidFill>
            <a:prstDash val="dash"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>
              <a:lnSpc>
                <a:spcPct val="110000"/>
              </a:lnSpc>
              <a:spcBef>
                <a:spcPts val="600"/>
              </a:spcBef>
            </a:pPr>
            <a:endParaRPr lang="en-DE" sz="1200" dirty="0" err="1">
              <a:solidFill>
                <a:schemeClr val="tx2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B1DC12-13A0-79EA-C2CE-7DB978882A55}"/>
              </a:ext>
            </a:extLst>
          </p:cNvPr>
          <p:cNvSpPr txBox="1"/>
          <p:nvPr/>
        </p:nvSpPr>
        <p:spPr>
          <a:xfrm>
            <a:off x="10763916" y="3780750"/>
            <a:ext cx="1095715" cy="307262"/>
          </a:xfrm>
          <a:prstGeom prst="rect">
            <a:avLst/>
          </a:prstGeom>
          <a:noFill/>
          <a:ln w="12700" cap="rnd">
            <a:noFill/>
          </a:ln>
        </p:spPr>
        <p:txBody>
          <a:bodyPr wrap="square" lIns="0" tIns="0" rIns="0" bIns="0" rtlCol="0">
            <a:noAutofit/>
          </a:bodyPr>
          <a:lstStyle/>
          <a:p>
            <a:pPr algn="l">
              <a:lnSpc>
                <a:spcPct val="110000"/>
              </a:lnSpc>
              <a:spcBef>
                <a:spcPts val="1200"/>
              </a:spcBef>
              <a:buClr>
                <a:schemeClr val="accent1"/>
              </a:buClr>
            </a:pPr>
            <a:r>
              <a:rPr lang="en-DE" sz="1200" dirty="0"/>
              <a:t>Previous chats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29BDF08-D7DC-69E4-A89A-CF917B1CFB35}"/>
              </a:ext>
            </a:extLst>
          </p:cNvPr>
          <p:cNvCxnSpPr>
            <a:cxnSpLocks/>
            <a:stCxn id="8" idx="3"/>
            <a:endCxn id="18" idx="2"/>
          </p:cNvCxnSpPr>
          <p:nvPr/>
        </p:nvCxnSpPr>
        <p:spPr>
          <a:xfrm flipV="1">
            <a:off x="10511069" y="4088012"/>
            <a:ext cx="800705" cy="2233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80333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C98F4-CAA5-F0D5-0F95-BC1A8AF65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 Expert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4CD9AE-8F0A-CB89-8708-1A1F774E4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Adding an expert to your team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B6A872-DDE4-C773-386B-8E8821348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D43908-B213-5B8B-2B10-7273A0C75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13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500312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3EAC2BC-23F7-FF51-2CFA-09B262344B6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F79811F-66A5-EA19-3575-3816F2378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Starting with the Basics: The Expert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08FF7-041F-71C1-17C1-C85AC17C5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EA7DA3-0B21-853E-4A75-3D04C61CB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14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3C3E6F-08E5-C79E-9413-4CEA90CC71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3EF612-F0FD-6455-3227-B13DE1C78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DE" sz="1600" dirty="0"/>
              <a:t>Let’s get started!</a:t>
            </a:r>
          </a:p>
          <a:p>
            <a:endParaRPr lang="en-DE" sz="1600" dirty="0"/>
          </a:p>
          <a:p>
            <a:r>
              <a:rPr lang="en-DE" sz="1600" dirty="0"/>
              <a:t>Go to your browser.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5F3226B-A2CC-EF7C-FDAD-B191BDD8F3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59" r="10847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076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44AF6-E640-1B32-B038-A8F4EB38A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E297E9E-26CE-2C1C-DA46-F974ADB194F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144BFB-7ECF-84E4-5313-44C0A25A3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CBE9A3-9886-9F60-47A4-E623CABA9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EF7E9-CAE4-3A05-F125-B9636363F6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15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60410A-EC05-B0FA-D188-47E21AB286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8B3492B-9E46-691D-9303-12344DD54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DE" sz="1600" dirty="0"/>
              <a:t>The </a:t>
            </a:r>
            <a:r>
              <a:rPr lang="en-DE" sz="1600" dirty="0">
                <a:solidFill>
                  <a:schemeClr val="accent1"/>
                </a:solidFill>
              </a:rPr>
              <a:t>instruction message </a:t>
            </a:r>
            <a:r>
              <a:rPr lang="en-US" sz="1600" dirty="0"/>
              <a:t>defines the </a:t>
            </a:r>
            <a:r>
              <a:rPr lang="en-DE" sz="1600" dirty="0">
                <a:solidFill>
                  <a:schemeClr val="accent1"/>
                </a:solidFill>
              </a:rPr>
              <a:t>character of the bot</a:t>
            </a:r>
          </a:p>
          <a:p>
            <a:pPr lvl="1"/>
            <a:r>
              <a:rPr lang="en-DE" sz="1600" dirty="0"/>
              <a:t>Add information about </a:t>
            </a:r>
            <a:r>
              <a:rPr lang="en-DE" sz="1600" dirty="0">
                <a:solidFill>
                  <a:schemeClr val="accent1"/>
                </a:solidFill>
              </a:rPr>
              <a:t>your company or product </a:t>
            </a:r>
            <a:r>
              <a:rPr lang="en-DE" sz="1600" dirty="0"/>
              <a:t>to get more </a:t>
            </a:r>
            <a:r>
              <a:rPr lang="en-DE" sz="1600" dirty="0">
                <a:solidFill>
                  <a:schemeClr val="accent1"/>
                </a:solidFill>
              </a:rPr>
              <a:t>custom results</a:t>
            </a:r>
          </a:p>
          <a:p>
            <a:pPr lvl="1"/>
            <a:r>
              <a:rPr lang="en-DE" sz="1600" dirty="0">
                <a:solidFill>
                  <a:schemeClr val="accent1"/>
                </a:solidFill>
              </a:rPr>
              <a:t>More detail </a:t>
            </a:r>
            <a:r>
              <a:rPr lang="en-DE" sz="1600" dirty="0"/>
              <a:t>is better</a:t>
            </a:r>
          </a:p>
          <a:p>
            <a:pPr lvl="1"/>
            <a:r>
              <a:rPr lang="en-DE" sz="1600" dirty="0"/>
              <a:t>The process is </a:t>
            </a:r>
            <a:r>
              <a:rPr lang="en-DE" sz="1600" dirty="0">
                <a:solidFill>
                  <a:schemeClr val="accent1"/>
                </a:solidFill>
              </a:rPr>
              <a:t>experimental</a:t>
            </a:r>
            <a:r>
              <a:rPr lang="en-DE" sz="1600" dirty="0"/>
              <a:t> – create, test and iterate</a:t>
            </a:r>
          </a:p>
          <a:p>
            <a:pPr lvl="1"/>
            <a:r>
              <a:rPr lang="en-DE" sz="1600" dirty="0"/>
              <a:t>You can </a:t>
            </a:r>
            <a:r>
              <a:rPr lang="en-DE" sz="1600" dirty="0">
                <a:solidFill>
                  <a:schemeClr val="accent1"/>
                </a:solidFill>
              </a:rPr>
              <a:t>save your best prompts</a:t>
            </a:r>
            <a:r>
              <a:rPr lang="en-DE" sz="1600" b="1" dirty="0">
                <a:solidFill>
                  <a:schemeClr val="accent1"/>
                </a:solidFill>
              </a:rPr>
              <a:t> </a:t>
            </a:r>
            <a:r>
              <a:rPr lang="en-DE" sz="1600" dirty="0"/>
              <a:t>for later, enabling you to store useful bots</a:t>
            </a:r>
            <a:endParaRPr lang="en-DE" sz="1600" dirty="0">
              <a:solidFill>
                <a:schemeClr val="accent1"/>
              </a:solidFill>
            </a:endParaRPr>
          </a:p>
          <a:p>
            <a:endParaRPr lang="en-DE" sz="1600" dirty="0"/>
          </a:p>
          <a:p>
            <a:pPr marL="0" indent="0">
              <a:buNone/>
            </a:pPr>
            <a:endParaRPr lang="en-DE" sz="16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EF72935-B473-87BE-D9EB-6723D3E698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259" r="10847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01075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B0CF-25AF-3E30-37D1-9895F1106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84AEF-A322-F64F-8D11-FE088EEC2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 Executive Assistant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B1D89-AACC-0C29-AA78-E5A8F082C8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A personal executive assistant so you can focus on what matters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47BDA3-86BE-1EA8-C0FC-08000B414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EA3097-4C00-F8CF-D588-8CCEBDB8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58075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F83A9-0C3C-E7FC-ACB0-4451D4D25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72562AFB-69C6-1CA4-63B1-D96F42422EF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EB1EE7-7F92-27E3-EF3D-F0459118E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The Executive Assistant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BCD0BA-8274-43BD-D3D9-ECEC515CD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FC1F9F-5C37-D946-6484-3BC109FDC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17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73601A5-3257-CFC4-F1A9-B6A63FE97D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78236E7-D4B8-DBE0-DC90-73B6DB738B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Like a great executive assistant, your personal bot can take over </a:t>
            </a:r>
            <a:r>
              <a:rPr lang="en-US" sz="1600" dirty="0">
                <a:solidFill>
                  <a:schemeClr val="accent1"/>
                </a:solidFill>
              </a:rPr>
              <a:t>some of the boring work </a:t>
            </a:r>
            <a:r>
              <a:rPr lang="en-US" sz="1600" dirty="0"/>
              <a:t>you need to do. It can:</a:t>
            </a:r>
          </a:p>
          <a:p>
            <a:endParaRPr lang="en-US" sz="1600" dirty="0"/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translate</a:t>
            </a:r>
            <a:r>
              <a:rPr lang="en-US" sz="1600" dirty="0"/>
              <a:t> something quickly</a:t>
            </a:r>
          </a:p>
          <a:p>
            <a:pPr marL="180000" lvl="1" indent="0">
              <a:buNone/>
            </a:pPr>
            <a:endParaRPr lang="en-US" sz="1600" dirty="0"/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draft the perfect email </a:t>
            </a:r>
            <a:r>
              <a:rPr lang="en-US" sz="1600" dirty="0"/>
              <a:t>in seconds</a:t>
            </a:r>
          </a:p>
          <a:p>
            <a:pPr marL="0" indent="0">
              <a:buNone/>
            </a:pPr>
            <a:endParaRPr lang="en-US" sz="1600" dirty="0"/>
          </a:p>
          <a:p>
            <a:pPr lvl="1"/>
            <a:r>
              <a:rPr lang="en-US" sz="1600" dirty="0"/>
              <a:t>create a </a:t>
            </a:r>
            <a:r>
              <a:rPr lang="en-US" sz="1600" dirty="0">
                <a:solidFill>
                  <a:schemeClr val="accent1"/>
                </a:solidFill>
              </a:rPr>
              <a:t>quick summary </a:t>
            </a:r>
            <a:r>
              <a:rPr lang="en-US" sz="1600" dirty="0"/>
              <a:t>of the main points in a document</a:t>
            </a:r>
            <a:r>
              <a:rPr lang="en-US" sz="1600" b="1" dirty="0"/>
              <a:t> </a:t>
            </a:r>
            <a:endParaRPr lang="en-US" sz="1600" dirty="0"/>
          </a:p>
          <a:p>
            <a:pPr marL="0" indent="0">
              <a:buNone/>
            </a:pPr>
            <a:endParaRPr lang="en-DE" sz="1600" dirty="0"/>
          </a:p>
          <a:p>
            <a:endParaRPr lang="en-DE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32D64C-EF5E-6FBC-672F-7E27997C55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39" r="17094"/>
          <a:stretch/>
        </p:blipFill>
        <p:spPr>
          <a:xfrm>
            <a:off x="7535863" y="0"/>
            <a:ext cx="4656137" cy="68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843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014CFC-CECA-9C40-4D77-754E9B1996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16C0E51-7F9D-676B-FCB2-833F00B957E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139433-01E9-1353-0F6F-A8F059454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DB2960-E437-9D4F-7C95-181D8B121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863F25-D143-FE0B-5460-88697A4C10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18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5B44EA-B56D-4519-CFFB-ED67DF34F5C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E28489-C813-C509-268C-30CAE745EC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sz="1600" dirty="0"/>
              <a:t>Your assistant can </a:t>
            </a:r>
            <a:r>
              <a:rPr lang="en-US" sz="1600" dirty="0">
                <a:solidFill>
                  <a:schemeClr val="accent1"/>
                </a:solidFill>
              </a:rPr>
              <a:t>speed up mundane tasks</a:t>
            </a:r>
            <a:endParaRPr lang="en-DE" sz="1600" dirty="0">
              <a:solidFill>
                <a:schemeClr val="accent1"/>
              </a:solidFill>
            </a:endParaRPr>
          </a:p>
          <a:p>
            <a:pPr lvl="1"/>
            <a:r>
              <a:rPr lang="en-US" sz="1600" dirty="0">
                <a:solidFill>
                  <a:schemeClr val="accent1"/>
                </a:solidFill>
              </a:rPr>
              <a:t>The instruction message </a:t>
            </a:r>
            <a:r>
              <a:rPr lang="en-US" sz="1600" dirty="0"/>
              <a:t>helps to set the tone of your assistant</a:t>
            </a:r>
            <a:endParaRPr lang="en-DE" sz="1600" dirty="0"/>
          </a:p>
          <a:p>
            <a:pPr lvl="1"/>
            <a:r>
              <a:rPr lang="en-DE" sz="1600" dirty="0"/>
              <a:t>Give your assistant </a:t>
            </a:r>
            <a:r>
              <a:rPr lang="en-DE" sz="1600" dirty="0">
                <a:solidFill>
                  <a:schemeClr val="accent1"/>
                </a:solidFill>
              </a:rPr>
              <a:t>the key points </a:t>
            </a:r>
            <a:r>
              <a:rPr lang="en-DE" sz="1600" dirty="0"/>
              <a:t>and they can fill in the rest</a:t>
            </a:r>
          </a:p>
          <a:p>
            <a:pPr lvl="1"/>
            <a:r>
              <a:rPr lang="en-DE" sz="1600" dirty="0"/>
              <a:t>You can </a:t>
            </a:r>
            <a:r>
              <a:rPr lang="en-DE" sz="1600" dirty="0">
                <a:solidFill>
                  <a:schemeClr val="accent1"/>
                </a:solidFill>
              </a:rPr>
              <a:t>iterate on the work </a:t>
            </a:r>
            <a:r>
              <a:rPr lang="en-DE" sz="1600" dirty="0"/>
              <a:t>with the assistant by asking it to change parts of its work</a:t>
            </a:r>
          </a:p>
          <a:p>
            <a:pPr lvl="1"/>
            <a:r>
              <a:rPr lang="en-DE" sz="1600" dirty="0"/>
              <a:t>You can give your assistant </a:t>
            </a:r>
            <a:r>
              <a:rPr lang="en-DE" sz="1600" dirty="0">
                <a:solidFill>
                  <a:schemeClr val="accent1"/>
                </a:solidFill>
              </a:rPr>
              <a:t>documents</a:t>
            </a:r>
            <a:r>
              <a:rPr lang="en-DE" sz="1600" dirty="0"/>
              <a:t> to work off</a:t>
            </a:r>
          </a:p>
          <a:p>
            <a:pPr lvl="1"/>
            <a:r>
              <a:rPr lang="en-DE" sz="1600" b="1" dirty="0">
                <a:solidFill>
                  <a:schemeClr val="accent1"/>
                </a:solidFill>
              </a:rPr>
              <a:t>You MUST check their work </a:t>
            </a:r>
            <a:r>
              <a:rPr lang="en-DE" sz="1600" b="1" dirty="0"/>
              <a:t>before you send it off</a:t>
            </a:r>
            <a:endParaRPr lang="en-DE" sz="1600" dirty="0"/>
          </a:p>
          <a:p>
            <a:pPr marL="0" indent="0">
              <a:buNone/>
            </a:pPr>
            <a:endParaRPr lang="en-DE" sz="16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70E774-981E-FDCC-E718-7F41F46D52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39" r="17094"/>
          <a:stretch/>
        </p:blipFill>
        <p:spPr>
          <a:xfrm>
            <a:off x="7535863" y="0"/>
            <a:ext cx="4656137" cy="68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202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71E97-2547-FACF-2218-338CFA05A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925C12-D1D7-5D1F-4F2C-D721E5848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45868C-AD9A-7686-9C69-245754ED2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19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0C01A4C-E304-6888-443F-5F659CAD2D7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5C480D9-C954-DA55-EFC7-B37767EF6E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377450"/>
            <a:ext cx="6479998" cy="4103100"/>
          </a:xfrm>
        </p:spPr>
        <p:txBody>
          <a:bodyPr anchor="ctr"/>
          <a:lstStyle/>
          <a:p>
            <a:pPr marL="0" indent="0" algn="ctr">
              <a:buNone/>
            </a:pPr>
            <a:r>
              <a:rPr lang="en-GB" sz="3600" b="1" noProof="0" dirty="0"/>
              <a:t>10 minute break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D28B418-21DD-2F95-297F-F486289547B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0267" r="11111"/>
          <a:stretch/>
        </p:blipFill>
        <p:spPr>
          <a:xfrm>
            <a:off x="7485888" y="0"/>
            <a:ext cx="470611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693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B1BAA-E5F7-47D3-4D00-70B31E7B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3B60-87A8-18F6-D44E-83D09916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The Research Assistant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56AFD2-8EDD-8AC4-E8C3-2327A6469A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Giving your assistant documents and extracting insights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A66BE5-D459-506E-5F13-79D58AEC3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DB437B-9184-850B-A6AA-E79C421F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20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82374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A10C9-2C78-FBA4-C469-74E667EFB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D010E45-86A2-0CE2-64E6-5C0BF61095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E1B797-C92C-7790-21AF-E1938320F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Hallucinations and Reasoning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4C8813-BD69-E293-F57A-2008E3765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56863F-462E-C7C4-90D3-C9416E989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21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26039DD-19C6-5419-E289-B58D66C708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B116F22-0475-938D-CB5E-490A6CA54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Bots are very good at </a:t>
            </a:r>
            <a:r>
              <a:rPr lang="en-US" sz="1600" dirty="0">
                <a:solidFill>
                  <a:schemeClr val="accent1"/>
                </a:solidFill>
              </a:rPr>
              <a:t>generating text which looks correct</a:t>
            </a:r>
            <a:r>
              <a:rPr lang="en-US" sz="1600" dirty="0"/>
              <a:t>, but which has no basis in truth – this is called </a:t>
            </a:r>
            <a:r>
              <a:rPr lang="en-US" sz="1600" dirty="0">
                <a:solidFill>
                  <a:schemeClr val="accent1"/>
                </a:solidFill>
              </a:rPr>
              <a:t>hallucinating</a:t>
            </a:r>
            <a:endParaRPr lang="en-US" sz="1600" dirty="0"/>
          </a:p>
          <a:p>
            <a:r>
              <a:rPr lang="en-US" sz="1600" dirty="0"/>
              <a:t>One way to stop this is to </a:t>
            </a:r>
            <a:r>
              <a:rPr lang="en-US" sz="1600" dirty="0">
                <a:solidFill>
                  <a:schemeClr val="accent1"/>
                </a:solidFill>
              </a:rPr>
              <a:t>give information to bot</a:t>
            </a:r>
            <a:r>
              <a:rPr lang="en-US" sz="1600" dirty="0"/>
              <a:t> to answer questions from</a:t>
            </a:r>
          </a:p>
          <a:p>
            <a:r>
              <a:rPr lang="en-US" sz="1600" dirty="0"/>
              <a:t>Like a good student with a good textbook in front of them, bots are (surprisingly) </a:t>
            </a:r>
            <a:r>
              <a:rPr lang="en-US" sz="1600" dirty="0">
                <a:solidFill>
                  <a:schemeClr val="accent1"/>
                </a:solidFill>
              </a:rPr>
              <a:t>good at reasoning </a:t>
            </a:r>
            <a:r>
              <a:rPr lang="en-US" sz="1600" dirty="0"/>
              <a:t>when the </a:t>
            </a:r>
            <a:r>
              <a:rPr lang="en-US" sz="1600" dirty="0">
                <a:solidFill>
                  <a:schemeClr val="accent1"/>
                </a:solidFill>
              </a:rPr>
              <a:t>information they have is good</a:t>
            </a:r>
            <a:endParaRPr lang="en-US" sz="1600" dirty="0"/>
          </a:p>
          <a:p>
            <a:r>
              <a:rPr lang="en-US" sz="1600" dirty="0"/>
              <a:t>When a bot generates a response using an external document, we call this </a:t>
            </a:r>
            <a:r>
              <a:rPr lang="en-US" sz="1600" dirty="0">
                <a:solidFill>
                  <a:schemeClr val="accent1"/>
                </a:solidFill>
              </a:rPr>
              <a:t>Retrieval Augmented Generation </a:t>
            </a:r>
            <a:r>
              <a:rPr lang="en-US" sz="1600" dirty="0"/>
              <a:t>- </a:t>
            </a:r>
            <a:r>
              <a:rPr lang="en-US" sz="1600" dirty="0">
                <a:solidFill>
                  <a:schemeClr val="accent1"/>
                </a:solidFill>
              </a:rPr>
              <a:t>RAG</a:t>
            </a:r>
            <a:r>
              <a:rPr lang="en-US" sz="1600" dirty="0"/>
              <a:t> for short</a:t>
            </a:r>
          </a:p>
          <a:p>
            <a:pPr marL="0" indent="0">
              <a:buNone/>
            </a:pPr>
            <a:endParaRPr lang="en-DE" sz="1600" dirty="0"/>
          </a:p>
          <a:p>
            <a:endParaRPr lang="en-DE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370B9C7-2653-78D5-A35D-FBF83B91DE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68" r="9039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0778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8D9E7-C259-2B08-714D-3CC70FAE3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31CBDD8-FB57-F678-6E08-7F787BD41C2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AD7D5B1-0041-10CD-CE21-0956F2F7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Takeaways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0AE92E-F5E5-A142-04DD-D06C1A367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A49EAD-8495-5E7B-F2C2-697E6D3E4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22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BABE627-5DDF-5726-BCF9-E0E5DAEEA1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30E0D9-FA40-0572-3508-206719B97C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sz="1600" noProof="0" dirty="0">
                <a:solidFill>
                  <a:schemeClr val="accent1"/>
                </a:solidFill>
              </a:rPr>
              <a:t>Providing your assistant with information </a:t>
            </a:r>
            <a:r>
              <a:rPr lang="en-GB" sz="1600" noProof="0" dirty="0"/>
              <a:t>to answer a question vastly improves its accuracy</a:t>
            </a:r>
          </a:p>
          <a:p>
            <a:pPr lvl="1"/>
            <a:r>
              <a:rPr lang="en-GB" sz="1600" noProof="0" dirty="0"/>
              <a:t>You can do this by </a:t>
            </a:r>
            <a:r>
              <a:rPr lang="en-GB" sz="1600" noProof="0" dirty="0">
                <a:solidFill>
                  <a:schemeClr val="accent1"/>
                </a:solidFill>
              </a:rPr>
              <a:t>uploading one or more documents</a:t>
            </a:r>
            <a:endParaRPr lang="en-GB" sz="1600" noProof="0" dirty="0"/>
          </a:p>
          <a:p>
            <a:pPr lvl="1"/>
            <a:r>
              <a:rPr lang="en-GB" sz="1600" noProof="0" dirty="0"/>
              <a:t>You can </a:t>
            </a:r>
            <a:r>
              <a:rPr lang="en-GB" sz="1600" noProof="0" dirty="0">
                <a:solidFill>
                  <a:schemeClr val="accent1"/>
                </a:solidFill>
              </a:rPr>
              <a:t>tell your assistant how </a:t>
            </a:r>
            <a:r>
              <a:rPr lang="en-GB" sz="1600" noProof="0" dirty="0"/>
              <a:t>you want it to answer/summarise/analyse information</a:t>
            </a:r>
          </a:p>
          <a:p>
            <a:pPr lvl="1"/>
            <a:r>
              <a:rPr lang="en-GB" sz="1600" noProof="0" dirty="0"/>
              <a:t>You can ask your assistant for </a:t>
            </a:r>
            <a:r>
              <a:rPr lang="en-GB" sz="1600" noProof="0" dirty="0">
                <a:solidFill>
                  <a:schemeClr val="accent1"/>
                </a:solidFill>
              </a:rPr>
              <a:t>insights</a:t>
            </a:r>
            <a:r>
              <a:rPr lang="en-GB" sz="1600" noProof="0" dirty="0"/>
              <a:t> (i.e. not just a summary) on </a:t>
            </a:r>
            <a:r>
              <a:rPr lang="en-GB" sz="1600" dirty="0"/>
              <a:t>one or more documents</a:t>
            </a:r>
          </a:p>
          <a:p>
            <a:pPr lvl="1"/>
            <a:r>
              <a:rPr lang="en-GB" sz="1600" dirty="0"/>
              <a:t>Copilot can </a:t>
            </a:r>
            <a:r>
              <a:rPr lang="en-GB" sz="1600" dirty="0">
                <a:solidFill>
                  <a:schemeClr val="accent1"/>
                </a:solidFill>
              </a:rPr>
              <a:t>go online </a:t>
            </a:r>
            <a:r>
              <a:rPr lang="en-GB" sz="1600" dirty="0"/>
              <a:t>and do research as well</a:t>
            </a:r>
          </a:p>
          <a:p>
            <a:pPr lvl="1"/>
            <a:r>
              <a:rPr lang="en-GB" sz="1600" noProof="0" dirty="0"/>
              <a:t>This is an </a:t>
            </a:r>
            <a:r>
              <a:rPr lang="en-GB" sz="1600" dirty="0">
                <a:solidFill>
                  <a:schemeClr val="accent1"/>
                </a:solidFill>
              </a:rPr>
              <a:t>analysis aid, </a:t>
            </a:r>
            <a:r>
              <a:rPr lang="en-GB" sz="1600" dirty="0"/>
              <a:t>not a replacement for in-depth analysis</a:t>
            </a:r>
            <a:endParaRPr lang="en-GB" sz="160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77F679-92FC-5A21-CF69-E8EA9A4902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068" r="9039"/>
          <a:stretch/>
        </p:blipFill>
        <p:spPr>
          <a:xfrm>
            <a:off x="7535863" y="0"/>
            <a:ext cx="46561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3342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A3E06-D7A2-64A0-3805-CEA78711D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5CE06-99C4-6698-D046-8F68A0B98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Microsoft Copilot 365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B5A93-AABB-357E-7F20-AF3A316991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Connecting an Assistant with Your Documents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53B8C7-581D-B4BF-D734-8F297694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FA979-06C4-F775-A54A-E219FD60B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14843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89BF68-EFB7-4680-13A0-F2D72C07E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50FD178-F59A-EBD1-567D-BEB18DD7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Copilot 365</a:t>
            </a:r>
            <a:endParaRPr lang="en-DE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8ECD99-4FB0-1915-DBD5-B197A2BE2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C272F1-40D1-6E82-265C-947EAAECA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24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E63A7D2-6879-A94B-9240-ED813D926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0E4F0C8-D8DF-6E58-F610-917F59061A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GB" sz="1600" noProof="0" dirty="0">
                <a:solidFill>
                  <a:schemeClr val="accent1"/>
                </a:solidFill>
              </a:rPr>
              <a:t>Microsoft Copilot 365 </a:t>
            </a:r>
            <a:r>
              <a:rPr lang="en-GB" sz="1600" noProof="0" dirty="0"/>
              <a:t>allows one to create an assistant</a:t>
            </a:r>
            <a:r>
              <a:rPr lang="en-GB" sz="1600" dirty="0"/>
              <a:t> within your company’s Microsoft ecosystem</a:t>
            </a:r>
            <a:endParaRPr lang="en-GB" sz="1600" noProof="0" dirty="0"/>
          </a:p>
          <a:p>
            <a:pPr lvl="1"/>
            <a:r>
              <a:rPr lang="en-GB" sz="1600" noProof="0" dirty="0"/>
              <a:t>Your assistant can have access to:</a:t>
            </a:r>
          </a:p>
          <a:p>
            <a:pPr lvl="2"/>
            <a:r>
              <a:rPr lang="en-GB" sz="1600" dirty="0"/>
              <a:t>Your emails</a:t>
            </a:r>
          </a:p>
          <a:p>
            <a:pPr lvl="2"/>
            <a:r>
              <a:rPr lang="en-GB" sz="1600" noProof="0" dirty="0"/>
              <a:t>Your files</a:t>
            </a:r>
          </a:p>
          <a:p>
            <a:pPr lvl="2"/>
            <a:r>
              <a:rPr lang="en-GB" sz="1600" dirty="0"/>
              <a:t>Microsoft Office apps</a:t>
            </a:r>
          </a:p>
          <a:p>
            <a:pPr lvl="1"/>
            <a:r>
              <a:rPr lang="en-GB" sz="1600" noProof="0" dirty="0"/>
              <a:t>All of this is within a </a:t>
            </a:r>
            <a:r>
              <a:rPr lang="en-GB" sz="1600" dirty="0">
                <a:solidFill>
                  <a:schemeClr val="accent1"/>
                </a:solidFill>
              </a:rPr>
              <a:t>data-safe </a:t>
            </a:r>
            <a:r>
              <a:rPr lang="en-GB" sz="1600" noProof="0" dirty="0"/>
              <a:t>environment</a:t>
            </a:r>
          </a:p>
          <a:p>
            <a:endParaRPr lang="en-GB" sz="1600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2F13E1D-F549-7B75-A453-545328F412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12391" y="1209658"/>
            <a:ext cx="4103100" cy="410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776321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86640-F88A-106E-FD1C-A79A1B207C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6B4F-106A-416A-7ED8-58B126B2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Key 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90F35-291B-9C0E-56E7-5C7A344F07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DE" dirty="0"/>
              <a:t>Three things to reme</a:t>
            </a:r>
            <a:r>
              <a:rPr lang="en-GB" dirty="0"/>
              <a:t>m</a:t>
            </a:r>
            <a:r>
              <a:rPr lang="en-DE" dirty="0"/>
              <a:t>ber from today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781DD-A30D-2DF7-0E59-1C3DAF52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8E12E1-2D31-C671-CC25-F484F9281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pPr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04097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3E389-1B85-6ED7-744B-2EA36212F1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3653222-4C2A-B510-BB18-AD23DEE3A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Key Takeaways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607463-5EE3-B82F-4428-85529E65E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F832E-9150-068A-C450-3620B1D19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26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A8935D7-5FC3-D46B-3FDC-BBA9A13B325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680C428-88E0-CB61-D6F6-1CCF101CC6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11230124" cy="4103100"/>
          </a:xfrm>
        </p:spPr>
        <p:txBody>
          <a:bodyPr/>
          <a:lstStyle/>
          <a:p>
            <a:pPr lvl="1"/>
            <a:r>
              <a:rPr lang="en-GB" sz="2000" dirty="0"/>
              <a:t>With planning and iteration, we can use </a:t>
            </a:r>
            <a:r>
              <a:rPr lang="en-GB" sz="2000" dirty="0">
                <a:solidFill>
                  <a:schemeClr val="tx2"/>
                </a:solidFill>
              </a:rPr>
              <a:t>GenAI tools to take over tedious parts of our jobs</a:t>
            </a:r>
            <a:endParaRPr lang="en-GB" sz="2000" dirty="0"/>
          </a:p>
          <a:p>
            <a:pPr lvl="1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73281256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BEEADE-13E5-E50C-959C-BBA223B8B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0BFBE7-9611-BE43-A0AA-0C6B88060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Key Takeaways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7349FF-144E-C4A9-D1EB-1455BDF08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E14E62-5E53-144F-979B-F3288BB9B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27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CA07DCA-0DF7-6A71-92A5-93D341A1E4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34CD162-085E-0C6D-A813-3F520FCA7F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11230124" cy="4103100"/>
          </a:xfrm>
        </p:spPr>
        <p:txBody>
          <a:bodyPr/>
          <a:lstStyle/>
          <a:p>
            <a:pPr lvl="1"/>
            <a:r>
              <a:rPr lang="en-GB" sz="2000" dirty="0"/>
              <a:t>With planning and iteration, we can use </a:t>
            </a:r>
            <a:r>
              <a:rPr lang="en-GB" sz="2000" dirty="0">
                <a:solidFill>
                  <a:schemeClr val="tx2"/>
                </a:solidFill>
              </a:rPr>
              <a:t>GenAI tools to take over tedious parts of our jobs</a:t>
            </a:r>
            <a:endParaRPr lang="en-GB" sz="2000" dirty="0"/>
          </a:p>
          <a:p>
            <a:pPr lvl="1"/>
            <a:endParaRPr lang="en-GB" sz="2000" dirty="0"/>
          </a:p>
          <a:p>
            <a:pPr lvl="1"/>
            <a:r>
              <a:rPr lang="en-GB" sz="2000" dirty="0">
                <a:solidFill>
                  <a:schemeClr val="tx2"/>
                </a:solidFill>
              </a:rPr>
              <a:t>GenAI is amazing</a:t>
            </a:r>
            <a:r>
              <a:rPr lang="en-GB" sz="2000" dirty="0"/>
              <a:t>, but it makes convincing mistakes. It’s vital to watch out for these</a:t>
            </a:r>
          </a:p>
          <a:p>
            <a:pPr lvl="1"/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5530317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E3098-E918-3573-5243-BBD38931F6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3CC202-CFA6-F746-5C0D-654136D45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Key Takeaways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9B296-B1BF-B18C-5BCC-D08F95D7E4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46DD8-B95B-0FF1-9ACD-4113937D1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da-DK" smtClean="0"/>
              <a:t>28</a:t>
            </a:fld>
            <a:endParaRPr lang="da-DK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8ECF99-70CE-F5F7-E4F0-A85925192C3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7507F2A-3E7F-3A92-D0BB-DBB8670CD7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401" y="1954800"/>
            <a:ext cx="11230124" cy="4103100"/>
          </a:xfrm>
        </p:spPr>
        <p:txBody>
          <a:bodyPr/>
          <a:lstStyle/>
          <a:p>
            <a:pPr lvl="1"/>
            <a:r>
              <a:rPr lang="en-GB" sz="2000" dirty="0"/>
              <a:t>With planning and iteration, we can use </a:t>
            </a:r>
            <a:r>
              <a:rPr lang="en-GB" sz="2000" dirty="0">
                <a:solidFill>
                  <a:schemeClr val="tx2"/>
                </a:solidFill>
              </a:rPr>
              <a:t>GenAI tools to take over tedious parts of our jobs</a:t>
            </a:r>
            <a:endParaRPr lang="en-GB" sz="2000" dirty="0"/>
          </a:p>
          <a:p>
            <a:pPr lvl="1"/>
            <a:endParaRPr lang="en-GB" sz="2000" dirty="0"/>
          </a:p>
          <a:p>
            <a:pPr lvl="1"/>
            <a:r>
              <a:rPr lang="en-GB" sz="2000" dirty="0">
                <a:solidFill>
                  <a:schemeClr val="tx2"/>
                </a:solidFill>
              </a:rPr>
              <a:t>GenAI is amazing</a:t>
            </a:r>
            <a:r>
              <a:rPr lang="en-GB" sz="2000" dirty="0"/>
              <a:t>, but it makes convincing mistakes. It’s vital to watch out for these</a:t>
            </a:r>
          </a:p>
          <a:p>
            <a:pPr lvl="1"/>
            <a:endParaRPr lang="en-GB" sz="2000" dirty="0"/>
          </a:p>
          <a:p>
            <a:pPr lvl="1"/>
            <a:r>
              <a:rPr lang="en-GB" sz="2000" dirty="0">
                <a:solidFill>
                  <a:schemeClr val="tx2"/>
                </a:solidFill>
              </a:rPr>
              <a:t>Experimentation and sharing is essential </a:t>
            </a:r>
            <a:r>
              <a:rPr lang="en-GB" sz="2000" dirty="0"/>
              <a:t>–</a:t>
            </a:r>
            <a:r>
              <a:rPr lang="en-GB" sz="2000" dirty="0">
                <a:solidFill>
                  <a:schemeClr val="tx2"/>
                </a:solidFill>
              </a:rPr>
              <a:t> </a:t>
            </a:r>
            <a:r>
              <a:rPr lang="en-GB" sz="2000" dirty="0"/>
              <a:t>this is a learn-by-doing skill</a:t>
            </a:r>
          </a:p>
        </p:txBody>
      </p:sp>
    </p:spTree>
    <p:extLst>
      <p:ext uri="{BB962C8B-B14F-4D97-AF65-F5344CB8AC3E}">
        <p14:creationId xmlns:p14="http://schemas.microsoft.com/office/powerpoint/2010/main" val="8396636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91F46740-8AED-FAAD-04B7-9370ABB06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diconium | public</a:t>
            </a:r>
            <a:endParaRPr lang="da-DK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70F36E0-552E-5151-8120-0AEB27A47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7E8C6F-B69C-0849-88CC-959390910050}" type="slidenum">
              <a:rPr lang="en-US" smtClean="0"/>
              <a:t>29</a:t>
            </a:fld>
            <a:endParaRPr lang="en-US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281C60F-B2DB-340D-3501-9ED127456E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13159" y="2117012"/>
            <a:ext cx="3784602" cy="2193728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9E7581CD-354D-C467-FB12-693735022676}"/>
              </a:ext>
            </a:extLst>
          </p:cNvPr>
          <p:cNvSpPr txBox="1"/>
          <p:nvPr/>
        </p:nvSpPr>
        <p:spPr>
          <a:xfrm>
            <a:off x="590397" y="5001052"/>
            <a:ext cx="11230127" cy="954107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>
              <a:spcAft>
                <a:spcPts val="800"/>
              </a:spcAft>
            </a:pPr>
            <a:r>
              <a:rPr lang="en-US" sz="2800" kern="100" dirty="0">
                <a:solidFill>
                  <a:schemeClr val="tx2"/>
                </a:solidFill>
                <a:effectLst/>
                <a:latin typeface="Campton Light" panose="00000500000000000000" pitchFamily="50" charset="0"/>
                <a:ea typeface="Calibri Light" panose="020F0302020204030204" pitchFamily="34" charset="0"/>
                <a:cs typeface="Calibri Light" panose="020F0302020204030204" pitchFamily="34" charset="0"/>
              </a:rPr>
              <a:t>Let’s update your industry and build a more </a:t>
            </a:r>
            <a:br>
              <a:rPr lang="en-US" sz="2800" kern="100" dirty="0">
                <a:solidFill>
                  <a:schemeClr val="tx2"/>
                </a:solidFill>
                <a:effectLst/>
                <a:latin typeface="Campton Light" panose="00000500000000000000" pitchFamily="50" charset="0"/>
                <a:ea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US" sz="2800" kern="100" dirty="0">
                <a:solidFill>
                  <a:schemeClr val="tx2"/>
                </a:solidFill>
                <a:effectLst/>
                <a:latin typeface="Campton Light" panose="00000500000000000000" pitchFamily="50" charset="0"/>
                <a:ea typeface="Calibri Light" panose="020F0302020204030204" pitchFamily="34" charset="0"/>
                <a:cs typeface="Calibri Light" panose="020F0302020204030204" pitchFamily="34" charset="0"/>
              </a:rPr>
              <a:t>desirable future – </a:t>
            </a:r>
            <a:r>
              <a:rPr lang="en-US" sz="2800" b="1" kern="100" dirty="0">
                <a:solidFill>
                  <a:schemeClr val="tx2"/>
                </a:solidFill>
                <a:effectLst/>
                <a:ea typeface="Calibri Light" panose="020F0302020204030204" pitchFamily="34" charset="0"/>
                <a:cs typeface="Calibri Light" panose="020F0302020204030204" pitchFamily="34" charset="0"/>
              </a:rPr>
              <a:t>together.</a:t>
            </a:r>
            <a:endParaRPr lang="en-DK" sz="2800" b="1" kern="100" dirty="0">
              <a:solidFill>
                <a:schemeClr val="tx2"/>
              </a:solidFill>
              <a:effectLst/>
              <a:ea typeface="Calibri Light" panose="020F0302020204030204" pitchFamily="34" charset="0"/>
              <a:cs typeface="Calibri Light" panose="020F03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6118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wEBAQEBAQEBAQEBAQEBAQIAAAAAAAAAAwAAAAMAAAAA/////wQAMwwAAAAAAAAAAAAAIAD///////////////8AAAD///////////////8DAAAAAwD///////8DAAAAAgD///////8DAAAAAg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DAP///////wQAAAACABAACwUF4rQKIjtGg4OwlBC9GaUFAAAAAAADAAAAAwADAAAAAQADAAAAAAD///////8DAAAAAAD///////8DAAEA////////BAAAAAMAEAALdAvjiEVjbkuILdGfnWn/vwUAAAABAAMAAAAAAAMAAAAC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ODgAAAAAAAAAAAAD/////gwCDAAAABV9pZAAQAAAABAUF4rQKIjtGg4OwlBC9GaUDRGF0YQAbAAAABExpbmtlZFNoYXBlRGF0YQAFAAAAAAACTmFtZQAZAAAATGlua2VkU2hhcGVzRGF0YVByb3BlcnR5ABBWZXJzaW9uAAAAAAAJTGFzdFdyaXRlAJhaJkeSAQAAAAEA/////8YAxgAAAAVfaWQAEAAAAAR0C+OIRWNuS4gt0Z+daf+/A0RhdGEAUwAAAAhQcmVzZW50YXRpb25TY2FubmVkRm9yTGlua2VkU2hhcGVzAAECTnVtYmVyRm9ybWF0U2VwYXJhdG9yTW9kZQAKAAAAQXV0b21hdGljAAACTmFtZQAkAAAATGlua2VkU2hhcGVQcmVzZW50YXRpb25TZXR0aW5nc0RhdGEAEFZlcnNpb24AAAAAAAlMYXN0V3JpdGUArFomR5IB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LASTWRITEDATE" val="638633673489393342"/>
  <p:tag name="EMPOWERCHARTSPROPERTIES_B_LENGTH" val="24576"/>
  <p:tag name="MIO_PRESENTATION_LANGUAGE" val="1033"/>
</p:tagLst>
</file>

<file path=ppt/theme/theme1.xml><?xml version="1.0" encoding="utf-8"?>
<a:theme xmlns:a="http://schemas.openxmlformats.org/drawingml/2006/main" name="Diconium">
  <a:themeElements>
    <a:clrScheme name="Diconium">
      <a:dk1>
        <a:srgbClr val="000000"/>
      </a:dk1>
      <a:lt1>
        <a:srgbClr val="FFFFFF"/>
      </a:lt1>
      <a:dk2>
        <a:srgbClr val="FF5000"/>
      </a:dk2>
      <a:lt2>
        <a:srgbClr val="E8E8E8"/>
      </a:lt2>
      <a:accent1>
        <a:srgbClr val="FF5000"/>
      </a:accent1>
      <a:accent2>
        <a:srgbClr val="FF834C"/>
      </a:accent2>
      <a:accent3>
        <a:srgbClr val="4C4C4C"/>
      </a:accent3>
      <a:accent4>
        <a:srgbClr val="808080"/>
      </a:accent4>
      <a:accent5>
        <a:srgbClr val="581F9D"/>
      </a:accent5>
      <a:accent6>
        <a:srgbClr val="003E96"/>
      </a:accent6>
      <a:hlink>
        <a:srgbClr val="4C4C4C"/>
      </a:hlink>
      <a:folHlink>
        <a:srgbClr val="4C4C4C"/>
      </a:folHlink>
    </a:clrScheme>
    <a:fontScheme name="diconium_2024">
      <a:majorFont>
        <a:latin typeface="Campton Book"/>
        <a:ea typeface=""/>
        <a:cs typeface=""/>
      </a:majorFont>
      <a:minorFont>
        <a:latin typeface="Campton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6350" cap="flat" cmpd="sng" algn="ctr">
          <a:solidFill>
            <a:schemeClr val="tx2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144000" tIns="144000" rIns="144000" bIns="144000" numCol="1" rtlCol="0" anchor="t" anchorCtr="0" compatLnSpc="1">
        <a:prstTxWarp prst="textNoShape">
          <a:avLst/>
        </a:prstTxWarp>
      </a:bodyPr>
      <a:lstStyle>
        <a:defPPr marL="108000" indent="-108000" algn="l" fontAlgn="base">
          <a:buClr>
            <a:schemeClr val="tx1"/>
          </a:buClr>
          <a:buFont typeface="Arial" panose="020B0604020202020204" pitchFamily="34" charset="0"/>
          <a:buChar char="•"/>
          <a:defRPr sz="1200" kern="800" spc="-8" dirty="0">
            <a:ea typeface="Inter" panose="020B0502030000000004" pitchFamily="34" charset="0"/>
            <a:cs typeface="Arial" panose="020B0604020202020204" pitchFamily="34" charset="0"/>
          </a:defRPr>
        </a:defPPr>
      </a:lstStyle>
    </a:spDef>
    <a:lnDef>
      <a:spPr>
        <a:ln w="9525" cmpd="sng">
          <a:solidFill>
            <a:schemeClr val="accent1"/>
          </a:solidFill>
          <a:prstDash val="solid"/>
          <a:tailEnd type="none" w="med" len="sm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lnSpc>
            <a:spcPct val="110000"/>
          </a:lnSpc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for check.pptx" id="{453D85FD-CA0A-45CB-BD2F-6BAB790E0810}" vid="{3A46D830-F328-4333-834F-4B0AE040EB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0C8943F6DB39A4A908E730BF9A790B9" ma:contentTypeVersion="11" ma:contentTypeDescription="Ein neues Dokument erstellen." ma:contentTypeScope="" ma:versionID="e16fe159fd8d4723b00121bbe2b2a8a3">
  <xsd:schema xmlns:xsd="http://www.w3.org/2001/XMLSchema" xmlns:xs="http://www.w3.org/2001/XMLSchema" xmlns:p="http://schemas.microsoft.com/office/2006/metadata/properties" xmlns:ns2="ed80e34e-b84f-4189-b044-85c357e4a2fb" xmlns:ns3="e36b1fb8-91b5-458a-8bbc-bbb9e62b8ba9" targetNamespace="http://schemas.microsoft.com/office/2006/metadata/properties" ma:root="true" ma:fieldsID="6cfdf5588312a8e884114640506afb73" ns2:_="" ns3:_="">
    <xsd:import namespace="ed80e34e-b84f-4189-b044-85c357e4a2fb"/>
    <xsd:import namespace="e36b1fb8-91b5-458a-8bbc-bbb9e62b8ba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Confidentiality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Responsible" minOccurs="0"/>
                <xsd:element ref="ns3:Approvedby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80e34e-b84f-4189-b044-85c357e4a2f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36b1fb8-91b5-458a-8bbc-bbb9e62b8ba9" elementFormDefault="qualified">
    <xsd:import namespace="http://schemas.microsoft.com/office/2006/documentManagement/types"/>
    <xsd:import namespace="http://schemas.microsoft.com/office/infopath/2007/PartnerControls"/>
    <xsd:element name="Confidentiality" ma:index="10" nillable="true" ma:displayName="Confidentiality" ma:default="internal" ma:format="Dropdown" ma:internalName="Confidentiality">
      <xsd:simpleType>
        <xsd:restriction base="dms:Choice">
          <xsd:enumeration value="public"/>
          <xsd:enumeration value="internal"/>
          <xsd:enumeration value="confidential"/>
          <xsd:enumeration value="strictly confidential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Responsible" ma:index="15" nillable="true" ma:displayName="Responsible" ma:format="Dropdown" ma:internalName="Responsible">
      <xsd:simpleType>
        <xsd:restriction base="dms:Text">
          <xsd:maxLength value="255"/>
        </xsd:restriction>
      </xsd:simpleType>
    </xsd:element>
    <xsd:element name="Approvedby" ma:index="16" nillable="true" ma:displayName="Approved by" ma:format="Dropdown" ma:internalName="Approvedby">
      <xsd:simpleType>
        <xsd:restriction base="dms:Text">
          <xsd:maxLength value="255"/>
        </xsd:restriction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sponsible xmlns="e36b1fb8-91b5-458a-8bbc-bbb9e62b8ba9" xsi:nil="true"/>
    <Confidentiality xmlns="e36b1fb8-91b5-458a-8bbc-bbb9e62b8ba9">internal</Confidentiality>
    <Approvedby xmlns="e36b1fb8-91b5-458a-8bbc-bbb9e62b8ba9" xsi:nil="true"/>
  </documentManagement>
</p:properties>
</file>

<file path=customXml/itemProps1.xml><?xml version="1.0" encoding="utf-8"?>
<ds:datastoreItem xmlns:ds="http://schemas.openxmlformats.org/officeDocument/2006/customXml" ds:itemID="{E136EDEC-25C3-4051-81A7-F7788C11418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80e34e-b84f-4189-b044-85c357e4a2fb"/>
    <ds:schemaRef ds:uri="e36b1fb8-91b5-458a-8bbc-bbb9e62b8b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7D38491-8DE7-45C2-B8DD-6025EEB207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0104447-32D0-438F-B0B5-27BF4B9114F7}">
  <ds:schemaRefs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ed80e34e-b84f-4189-b044-85c357e4a2fb"/>
    <ds:schemaRef ds:uri="e36b1fb8-91b5-458a-8bbc-bbb9e62b8ba9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Diconium</Template>
  <TotalTime>15460</TotalTime>
  <Words>1593</Words>
  <Application>Microsoft Macintosh PowerPoint</Application>
  <PresentationFormat>Widescreen</PresentationFormat>
  <Paragraphs>261</Paragraphs>
  <Slides>29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Calibri Light</vt:lpstr>
      <vt:lpstr>Aptos</vt:lpstr>
      <vt:lpstr>Campton Book</vt:lpstr>
      <vt:lpstr>Symbol</vt:lpstr>
      <vt:lpstr>Arial</vt:lpstr>
      <vt:lpstr>Inter</vt:lpstr>
      <vt:lpstr>Campton Light</vt:lpstr>
      <vt:lpstr>Diconium</vt:lpstr>
      <vt:lpstr>Cariad DX One: Prompt Engineering Workshop</vt:lpstr>
      <vt:lpstr>What We’ll Cover</vt:lpstr>
      <vt:lpstr>Who Am I</vt:lpstr>
      <vt:lpstr>Overview of the Workshop</vt:lpstr>
      <vt:lpstr>Overview of the Workshop</vt:lpstr>
      <vt:lpstr>Overview of the Workshop</vt:lpstr>
      <vt:lpstr>Overview of the Workshop</vt:lpstr>
      <vt:lpstr>Overview of the Workshop</vt:lpstr>
      <vt:lpstr>Capabilities and Drawbacks</vt:lpstr>
      <vt:lpstr>Capabilities and Drawbacks</vt:lpstr>
      <vt:lpstr>Overview of the Browser</vt:lpstr>
      <vt:lpstr>Overview of the MS365 Copilot</vt:lpstr>
      <vt:lpstr>The Expert</vt:lpstr>
      <vt:lpstr>Starting with the Basics: The Expert</vt:lpstr>
      <vt:lpstr>Key Takeaways</vt:lpstr>
      <vt:lpstr>The Executive Assistant</vt:lpstr>
      <vt:lpstr>The Executive Assistant</vt:lpstr>
      <vt:lpstr>Key Takeaways</vt:lpstr>
      <vt:lpstr>PowerPoint Presentation</vt:lpstr>
      <vt:lpstr>The Research Assistant</vt:lpstr>
      <vt:lpstr>Hallucinations and Reasoning</vt:lpstr>
      <vt:lpstr>Key Takeaways</vt:lpstr>
      <vt:lpstr>Microsoft Copilot 365</vt:lpstr>
      <vt:lpstr>Microsoft Copilot 365</vt:lpstr>
      <vt:lpstr>Key Takeaways</vt:lpstr>
      <vt:lpstr>Key Takeaways</vt:lpstr>
      <vt:lpstr>Key Takeaways</vt:lpstr>
      <vt:lpstr>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Neil Sinclair</dc:creator>
  <cp:lastModifiedBy>Neil Sinclair</cp:lastModifiedBy>
  <cp:revision>5</cp:revision>
  <dcterms:created xsi:type="dcterms:W3CDTF">2024-10-14T13:28:27Z</dcterms:created>
  <dcterms:modified xsi:type="dcterms:W3CDTF">2025-03-04T18:26:55Z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0x010100A0C8943F6DB39A4A908E730BF9A790B9</vt:lpwstr>
  </property>
  <property fmtid="{D5CDD505-2E9C-101B-9397-08002B2CF9AE}" pid="3" name="MediaServiceImageTags">
    <vt:lpwstr/>
  </property>
</Properties>
</file>